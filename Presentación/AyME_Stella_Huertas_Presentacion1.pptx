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29/4/2026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0.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3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0.png"/><Relationship Id="rId4" Type="http://schemas.openxmlformats.org/officeDocument/2006/relationships/image" Target="../media/image189.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1.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10.png"/><Relationship Id="rId4" Type="http://schemas.openxmlformats.org/officeDocument/2006/relationships/image" Target="../media/image20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image" Target="../media/image233.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36.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4.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8.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1.png"/><Relationship Id="rId4" Type="http://schemas.openxmlformats.org/officeDocument/2006/relationships/image" Target="../media/image249.png"/></Relationships>
</file>

<file path=ppt/slides/_rels/slide96.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6.png"/></Relationships>
</file>

<file path=ppt/slides/_rels/slide97.xml.rels><?xml version="1.0" encoding="UTF-8" standalone="yes"?>
<Relationships xmlns="http://schemas.openxmlformats.org/package/2006/relationships"><Relationship Id="rId3" Type="http://schemas.openxmlformats.org/officeDocument/2006/relationships/image" Target="../media/image257.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5.png"/><Relationship Id="rId4" Type="http://schemas.openxmlformats.org/officeDocument/2006/relationships/image" Target="../media/image261.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0.png"/><Relationship Id="rId5" Type="http://schemas.openxmlformats.org/officeDocument/2006/relationships/image" Target="../media/image269.png"/><Relationship Id="rId4" Type="http://schemas.openxmlformats.org/officeDocument/2006/relationships/image" Target="../media/image266.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1.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77.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2.png"/><Relationship Id="rId2" Type="http://schemas.openxmlformats.org/officeDocument/2006/relationships/image" Target="../media/image281.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8.png"/><Relationship Id="rId4" Type="http://schemas.openxmlformats.org/officeDocument/2006/relationships/image" Target="../media/image28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2.png"/><Relationship Id="rId4" Type="http://schemas.openxmlformats.org/officeDocument/2006/relationships/image" Target="../media/image289.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6.png"/><Relationship Id="rId4" Type="http://schemas.openxmlformats.org/officeDocument/2006/relationships/image" Target="../media/image29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97.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3.png"/></Relationships>
</file>

<file path=ppt/slides/_rels/slide111.xml.rels><?xml version="1.0" encoding="UTF-8" standalone="yes"?>
<Relationships xmlns="http://schemas.openxmlformats.org/package/2006/relationships"><Relationship Id="rId3" Type="http://schemas.openxmlformats.org/officeDocument/2006/relationships/image" Target="../media/image305.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09.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2.png"/><Relationship Id="rId7" Type="http://schemas.openxmlformats.org/officeDocument/2006/relationships/image" Target="../media/image1600.png"/><Relationship Id="rId2" Type="http://schemas.openxmlformats.org/officeDocument/2006/relationships/image" Target="../media/image311.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4.png"/><Relationship Id="rId4" Type="http://schemas.openxmlformats.org/officeDocument/2006/relationships/image" Target="../media/image313.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5.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8.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3.png"/><Relationship Id="rId7" Type="http://schemas.openxmlformats.org/officeDocument/2006/relationships/image" Target="../media/image1730.png"/><Relationship Id="rId2" Type="http://schemas.openxmlformats.org/officeDocument/2006/relationships/image" Target="../media/image320.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m:t>
                    </m:r>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m:t>
                                    </m:r>
                                    <m:r>
                                      <a:rPr lang="es-AR" sz="1600" i="1">
                                        <a:latin typeface="Cambria Math" panose="02040503050406030204" pitchFamily="18" charset="0"/>
                                      </a:rPr>
                                      <m:t>,</m:t>
                                    </m:r>
                                    <m:r>
                                      <a:rPr lang="es-AR" sz="1600" i="1">
                                        <a:latin typeface="Cambria Math" panose="02040503050406030204" pitchFamily="18" charset="0"/>
                                      </a:rPr>
                                      <m:t>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m:t>
                                        </m:r>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mc:Choice xmlns:a14="http://schemas.microsoft.com/office/drawing/2010/main"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5036</TotalTime>
  <Words>13735</Words>
  <Application>Microsoft Office PowerPoint</Application>
  <PresentationFormat>Panorámica</PresentationFormat>
  <Paragraphs>1341</Paragraphs>
  <Slides>119</Slides>
  <Notes>9</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216</cp:revision>
  <dcterms:created xsi:type="dcterms:W3CDTF">2013-01-27T09:14:16Z</dcterms:created>
  <dcterms:modified xsi:type="dcterms:W3CDTF">2026-04-29T21:02:58Z</dcterms:modified>
  <cp:category/>
</cp:coreProperties>
</file>