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1310" autoAdjust="0"/>
  </p:normalViewPr>
  <p:slideViewPr>
    <p:cSldViewPr snapToGrid="0" snapToObjects="1">
      <p:cViewPr>
        <p:scale>
          <a:sx n="50" d="100"/>
          <a:sy n="50" d="100"/>
        </p:scale>
        <p:origin x="-5" y="61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3/5/2026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67</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80</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90</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95</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39.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1.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6.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1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1.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7.png"/><Relationship Id="rId5" Type="http://schemas.openxmlformats.org/officeDocument/2006/relationships/image" Target="../media/image156.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5.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88.png"/><Relationship Id="rId5" Type="http://schemas.openxmlformats.org/officeDocument/2006/relationships/image" Target="../media/image186.png"/><Relationship Id="rId4" Type="http://schemas.openxmlformats.org/officeDocument/2006/relationships/image" Target="../media/image177.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3.png"/><Relationship Id="rId4" Type="http://schemas.openxmlformats.org/officeDocument/2006/relationships/image" Target="../media/image192.png"/></Relationships>
</file>

<file path=ppt/slides/_rels/slide79.xml.rels><?xml version="1.0" encoding="UTF-8" standalone="yes"?>
<Relationships xmlns="http://schemas.openxmlformats.org/package/2006/relationships"><Relationship Id="rId8" Type="http://schemas.openxmlformats.org/officeDocument/2006/relationships/image" Target="../media/image202.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4.png"/></Relationships>
</file>

<file path=ppt/slides/_rels/slide80.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204.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203.png"/><Relationship Id="rId4" Type="http://schemas.openxmlformats.org/officeDocument/2006/relationships/image" Target="../media/image20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6.png"/></Relationships>
</file>

<file path=ppt/slides/_rels/slide83.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4.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7.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35.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7.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40.png"/><Relationship Id="rId5" Type="http://schemas.openxmlformats.org/officeDocument/2006/relationships/image" Target="../media/image239.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48.png"/><Relationship Id="rId5" Type="http://schemas.openxmlformats.org/officeDocument/2006/relationships/image" Target="../media/image247.png"/><Relationship Id="rId4" Type="http://schemas.openxmlformats.org/officeDocument/2006/relationships/image" Target="../media/image246.png"/></Relationships>
</file>

<file path=ppt/slides/_rels/slide95.xml.rels><?xml version="1.0" encoding="UTF-8" standalone="yes"?>
<Relationships xmlns="http://schemas.openxmlformats.org/package/2006/relationships"><Relationship Id="rId8" Type="http://schemas.openxmlformats.org/officeDocument/2006/relationships/image" Target="../media/image254.png"/><Relationship Id="rId3" Type="http://schemas.openxmlformats.org/officeDocument/2006/relationships/image" Target="../media/image249.png"/><Relationship Id="rId7" Type="http://schemas.openxmlformats.org/officeDocument/2006/relationships/image" Target="../media/image253.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52.png"/><Relationship Id="rId5" Type="http://schemas.openxmlformats.org/officeDocument/2006/relationships/image" Target="../media/image251.png"/><Relationship Id="rId4" Type="http://schemas.openxmlformats.org/officeDocument/2006/relationships/image" Target="../media/image250.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274320" y="113582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274320" y="1135822"/>
                <a:ext cx="420908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8"/>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=±1.9596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=0.5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58932"/>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58932"/>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77969"/>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29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33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4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5"/>
          <a:srcRect r="-2126"/>
          <a:stretch/>
        </p:blipFill>
        <p:spPr>
          <a:xfrm>
            <a:off x="6000338" y="935476"/>
            <a:ext cx="5673798" cy="4185439"/>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92540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3956905"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7"/>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8"/>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11551615" cy="658368"/>
          </a:xfrm>
          <a:prstGeom prst="rect">
            <a:avLst/>
          </a:prstGeom>
          <a:noFill/>
        </p:spPr>
        <p:txBody>
          <a:bodyPr wrap="none">
            <a:spAutoFit/>
          </a:bodyPr>
          <a:lstStyle/>
          <a:p>
            <a:pPr algn="l"/>
            <a:r>
              <a:rPr sz="2100" b="1" dirty="0">
                <a:solidFill>
                  <a:srgbClr val="FFFFFF"/>
                </a:solidFill>
                <a:latin typeface="Cambria"/>
              </a:rPr>
              <a:t>Sistema continuo </a:t>
            </a:r>
            <a:r>
              <a:rPr sz="2100" b="1" dirty="0" err="1">
                <a:solidFill>
                  <a:srgbClr val="FFFFFF"/>
                </a:solidFill>
                <a:latin typeface="Cambria"/>
              </a:rPr>
              <a:t>completo</a:t>
            </a:r>
            <a:r>
              <a:rPr sz="2100" b="1" dirty="0">
                <a:solidFill>
                  <a:srgbClr val="FFFFFF"/>
                </a:solidFill>
                <a:latin typeface="Cambria"/>
              </a:rPr>
              <a:t> — </a:t>
            </a:r>
            <a:r>
              <a:rPr sz="2100" b="1" dirty="0" err="1">
                <a:solidFill>
                  <a:srgbClr val="FFFFFF"/>
                </a:solidFill>
                <a:latin typeface="Cambria"/>
              </a:rPr>
              <a:t>Parámetros</a:t>
            </a:r>
            <a:r>
              <a:rPr sz="2100" b="1" dirty="0">
                <a:solidFill>
                  <a:srgbClr val="FFFFFF"/>
                </a:solidFill>
                <a:latin typeface="Cambria"/>
              </a:rPr>
              <a:t> finales del </a:t>
            </a:r>
            <a:r>
              <a:rPr sz="2100" b="1" dirty="0" err="1">
                <a:solidFill>
                  <a:srgbClr val="FFFFFF"/>
                </a:solidFill>
                <a:latin typeface="Cambria"/>
              </a:rPr>
              <a:t>controlador</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5913</TotalTime>
  <Words>14330</Words>
  <Application>Microsoft Office PowerPoint</Application>
  <PresentationFormat>Panorámica</PresentationFormat>
  <Paragraphs>1409</Paragraphs>
  <Slides>119</Slides>
  <Notes>14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cp:lastModifiedBy>
  <cp:revision>236</cp:revision>
  <dcterms:created xsi:type="dcterms:W3CDTF">2013-01-27T09:14:16Z</dcterms:created>
  <dcterms:modified xsi:type="dcterms:W3CDTF">2026-05-03T20:55:07Z</dcterms:modified>
  <cp:category/>
</cp:coreProperties>
</file>