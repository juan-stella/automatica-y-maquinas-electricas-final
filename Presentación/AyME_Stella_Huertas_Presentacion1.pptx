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002" autoAdjust="0"/>
    <p:restoredTop sz="96357" autoAdjust="0"/>
  </p:normalViewPr>
  <p:slideViewPr>
    <p:cSldViewPr snapToGrid="0" snapToObjects="1">
      <p:cViewPr>
        <p:scale>
          <a:sx n="110" d="100"/>
          <a:sy n="110" d="100"/>
        </p:scale>
        <p:origin x="69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5/5/2026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47.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3.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2.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9.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8.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9.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2.png"/><Relationship Id="rId5" Type="http://schemas.openxmlformats.org/officeDocument/2006/relationships/image" Target="../media/image251.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7" name="Text 15"/>
              <p:cNvSpPr/>
              <p:nvPr/>
            </p:nvSpPr>
            <p:spPr>
              <a:xfrm>
                <a:off x="381000" y="4085986"/>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p:sp>
            <p:nvSpPr>
              <p:cNvPr id="17" name="Text 15"/>
              <p:cNvSpPr>
                <a:spLocks noRot="1" noChangeAspect="1" noMove="1" noResize="1" noEditPoints="1" noAdjustHandles="1" noChangeArrowheads="1" noChangeShapeType="1" noTextEdit="1"/>
              </p:cNvSpPr>
              <p:nvPr/>
            </p:nvSpPr>
            <p:spPr>
              <a:xfrm>
                <a:off x="381000" y="4085986"/>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mc:Choice xmlns:a14="http://schemas.microsoft.com/office/drawing/2010/main"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mc:Choice xmlns:a14="http://schemas.microsoft.com/office/drawing/2010/main"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m:t>
                    </m:r>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mc:Choice xmlns:a14="http://schemas.microsoft.com/office/drawing/2010/main"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mc:Choice xmlns:a14="http://schemas.microsoft.com/office/drawing/2010/main"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mc:Choice xmlns:a14="http://schemas.microsoft.com/office/drawing/2010/main"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mc:Choice xmlns:a14="http://schemas.microsoft.com/office/drawing/2010/main"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6440</TotalTime>
  <Words>14318</Words>
  <Application>Microsoft Office PowerPoint</Application>
  <PresentationFormat>Panorámica</PresentationFormat>
  <Paragraphs>1410</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259</cp:revision>
  <dcterms:created xsi:type="dcterms:W3CDTF">2013-01-27T09:14:16Z</dcterms:created>
  <dcterms:modified xsi:type="dcterms:W3CDTF">2026-05-05T20:40:20Z</dcterms:modified>
  <cp:category/>
</cp:coreProperties>
</file>