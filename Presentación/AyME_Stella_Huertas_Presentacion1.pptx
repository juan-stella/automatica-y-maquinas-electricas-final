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4477" autoAdjust="0"/>
  </p:normalViewPr>
  <p:slideViewPr>
    <p:cSldViewPr snapToGrid="0" snapToObjects="1">
      <p:cViewPr varScale="1">
        <p:scale>
          <a:sx n="108" d="100"/>
          <a:sy n="108" d="100"/>
        </p:scale>
        <p:origin x="768" y="5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30/4/2026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1.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8.png"/></Relationships>
</file>

<file path=ppt/slides/_rels/slide66.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 Id="rId6" Type="http://schemas.openxmlformats.org/officeDocument/2006/relationships/image" Target="../media/image154.png"/><Relationship Id="rId5" Type="http://schemas.openxmlformats.org/officeDocument/2006/relationships/image" Target="../media/image153.png"/><Relationship Id="rId4" Type="http://schemas.openxmlformats.org/officeDocument/2006/relationships/image" Target="../media/image152.png"/></Relationships>
</file>

<file path=ppt/slides/_rels/slide6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4.png"/><Relationship Id="rId5" Type="http://schemas.openxmlformats.org/officeDocument/2006/relationships/image" Target="../media/image157.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7.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7.png"/><Relationship Id="rId7" Type="http://schemas.openxmlformats.org/officeDocument/2006/relationships/image" Target="../media/image190.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6.png"/><Relationship Id="rId9" Type="http://schemas.openxmlformats.org/officeDocument/2006/relationships/image" Target="../media/image192.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4.png"/><Relationship Id="rId4" Type="http://schemas.openxmlformats.org/officeDocument/2006/relationships/image" Target="../media/image193.png"/></Relationships>
</file>

<file path=ppt/slides/_rels/slide7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2.png"/><Relationship Id="rId5" Type="http://schemas.openxmlformats.org/officeDocument/2006/relationships/image" Target="../media/image198.png"/><Relationship Id="rId4" Type="http://schemas.openxmlformats.org/officeDocument/2006/relationships/image" Target="../media/image197.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6.png"/><Relationship Id="rId5" Type="http://schemas.openxmlformats.org/officeDocument/2006/relationships/image" Target="../media/image210.png"/><Relationship Id="rId4" Type="http://schemas.openxmlformats.org/officeDocument/2006/relationships/image" Target="../media/image20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7.png"/><Relationship Id="rId4" Type="http://schemas.openxmlformats.org/officeDocument/2006/relationships/image" Target="../media/image216.png"/></Relationships>
</file>

<file path=ppt/slides/_rels/slide8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7.png"/><Relationship Id="rId5" Type="http://schemas.openxmlformats.org/officeDocument/2006/relationships/image" Target="../media/image236.png"/><Relationship Id="rId4" Type="http://schemas.openxmlformats.org/officeDocument/2006/relationships/image" Target="../media/image235.png"/></Relationships>
</file>

<file path=ppt/slides/_rels/slide90.xml.rels><?xml version="1.0" encoding="UTF-8" standalone="yes"?>
<Relationships xmlns="http://schemas.openxmlformats.org/package/2006/relationships"><Relationship Id="rId3" Type="http://schemas.openxmlformats.org/officeDocument/2006/relationships/image" Target="../media/image239.png"/><Relationship Id="rId2" Type="http://schemas.openxmlformats.org/officeDocument/2006/relationships/image" Target="../media/image238.png"/><Relationship Id="rId1" Type="http://schemas.openxmlformats.org/officeDocument/2006/relationships/slideLayout" Target="../slideLayouts/slideLayout7.xml"/><Relationship Id="rId5" Type="http://schemas.openxmlformats.org/officeDocument/2006/relationships/image" Target="../media/image241.png"/><Relationship Id="rId4" Type="http://schemas.openxmlformats.org/officeDocument/2006/relationships/image" Target="../media/image24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0.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0.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274320" y="113582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274320" y="1135822"/>
                <a:ext cx="420908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mc:Choice xmlns:a14="http://schemas.microsoft.com/office/drawing/2010/main"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0" name="CuadroTexto 9">
            <a:extLst>
              <a:ext uri="{FF2B5EF4-FFF2-40B4-BE49-F238E27FC236}">
                <a16:creationId xmlns:a16="http://schemas.microsoft.com/office/drawing/2014/main" id="{35C552CE-30AF-4935-901C-D2CD2EDC2F95}"/>
              </a:ext>
            </a:extLst>
          </p:cNvPr>
          <p:cNvSpPr txBox="1"/>
          <p:nvPr/>
        </p:nvSpPr>
        <p:spPr>
          <a:xfrm>
            <a:off x="213512" y="5399108"/>
            <a:ext cx="11643055" cy="738664"/>
          </a:xfrm>
          <a:prstGeom prst="rect">
            <a:avLst/>
          </a:prstGeom>
          <a:noFill/>
        </p:spPr>
        <p:txBody>
          <a:bodyPr wrap="square">
            <a:spAutoFit/>
          </a:bodyPr>
          <a:lstStyle/>
          <a:p>
            <a:r>
              <a:rPr lang="es-MX" sz="1400" dirty="0"/>
              <a:t>Adicionalmente, se incorpora un observador de estado de orden reducido, cuyo objetivo es estimar variables internas del sistema que no se encuentran disponibles para medición directa. La inclusión de este observador permite mejorar el desempeño del controlador al proporcionar estimaciones necesarias para la implementación del control vectorial. </a:t>
            </a:r>
            <a:endParaRPr lang="es-AR" sz="14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58932"/>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58932"/>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77969"/>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mc:Choice xmlns:a14="http://schemas.microsoft.com/office/drawing/2010/main"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mc:Choice xmlns:a14="http://schemas.microsoft.com/office/drawing/2010/main"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29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33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4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mc:Choice xmlns:a14="http://schemas.microsoft.com/office/drawing/2010/main"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mc:Choice xmlns:a14="http://schemas.microsoft.com/office/drawing/2010/main"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mc:Choice xmlns:a14="http://schemas.microsoft.com/office/drawing/2010/main"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2">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mc:Choice xmlns:a14="http://schemas.microsoft.com/office/drawing/2010/main"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3"/>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4"/>
          <a:srcRect r="-2126"/>
          <a:stretch/>
        </p:blipFill>
        <p:spPr>
          <a:xfrm>
            <a:off x="6000338" y="935476"/>
            <a:ext cx="5673798" cy="4185439"/>
          </a:xfrm>
          <a:prstGeom prst="rect">
            <a:avLst/>
          </a:prstGeom>
        </p:spPr>
      </p:pic>
      <mc:AlternateContent xmlns:mc="http://schemas.openxmlformats.org/markup-compatibility/2006">
        <mc:Choice xmlns:a14="http://schemas.microsoft.com/office/drawing/2010/main"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mc:Choice xmlns:a14="http://schemas.microsoft.com/office/drawing/2010/main"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3"/>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5670</TotalTime>
  <Words>13771</Words>
  <Application>Microsoft Office PowerPoint</Application>
  <PresentationFormat>Panorámica</PresentationFormat>
  <Paragraphs>1340</Paragraphs>
  <Slides>119</Slides>
  <Notes>9</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224</cp:revision>
  <dcterms:created xsi:type="dcterms:W3CDTF">2013-01-27T09:14:16Z</dcterms:created>
  <dcterms:modified xsi:type="dcterms:W3CDTF">2026-04-30T19:49:36Z</dcterms:modified>
  <cp:category/>
</cp:coreProperties>
</file>