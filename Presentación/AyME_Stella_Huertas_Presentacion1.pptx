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333" r:id="rId44"/>
    <p:sldId id="295" r:id="rId45"/>
    <p:sldId id="334" r:id="rId46"/>
    <p:sldId id="297" r:id="rId47"/>
    <p:sldId id="337" r:id="rId48"/>
    <p:sldId id="336" r:id="rId49"/>
    <p:sldId id="296" r:id="rId50"/>
    <p:sldId id="338" r:id="rId51"/>
    <p:sldId id="299" r:id="rId52"/>
    <p:sldId id="298" r:id="rId53"/>
    <p:sldId id="339" r:id="rId54"/>
    <p:sldId id="340" r:id="rId55"/>
    <p:sldId id="341" r:id="rId56"/>
    <p:sldId id="300" r:id="rId57"/>
    <p:sldId id="301" r:id="rId58"/>
    <p:sldId id="302" r:id="rId59"/>
    <p:sldId id="343" r:id="rId60"/>
    <p:sldId id="344" r:id="rId61"/>
    <p:sldId id="303" r:id="rId62"/>
    <p:sldId id="345" r:id="rId63"/>
    <p:sldId id="304" r:id="rId64"/>
    <p:sldId id="346" r:id="rId65"/>
    <p:sldId id="305" r:id="rId66"/>
    <p:sldId id="306" r:id="rId67"/>
    <p:sldId id="347" r:id="rId68"/>
    <p:sldId id="307" r:id="rId69"/>
    <p:sldId id="348" r:id="rId70"/>
    <p:sldId id="309" r:id="rId71"/>
    <p:sldId id="310" r:id="rId72"/>
    <p:sldId id="349" r:id="rId73"/>
    <p:sldId id="311" r:id="rId74"/>
    <p:sldId id="312" r:id="rId75"/>
    <p:sldId id="350" r:id="rId76"/>
    <p:sldId id="351" r:id="rId77"/>
    <p:sldId id="314" r:id="rId78"/>
    <p:sldId id="315" r:id="rId79"/>
    <p:sldId id="316" r:id="rId80"/>
    <p:sldId id="352" r:id="rId81"/>
    <p:sldId id="353" r:id="rId82"/>
    <p:sldId id="354" r:id="rId83"/>
    <p:sldId id="355" r:id="rId84"/>
    <p:sldId id="317" r:id="rId85"/>
    <p:sldId id="318" r:id="rId86"/>
    <p:sldId id="319" r:id="rId87"/>
    <p:sldId id="320" r:id="rId88"/>
    <p:sldId id="321" r:id="rId89"/>
    <p:sldId id="322" r:id="rId90"/>
    <p:sldId id="323" r:id="rId91"/>
    <p:sldId id="324" r:id="rId92"/>
    <p:sldId id="325" r:id="rId93"/>
    <p:sldId id="326" r:id="rId94"/>
    <p:sldId id="327" r:id="rId9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8" d="100"/>
          <a:sy n="108" d="100"/>
        </p:scale>
        <p:origin x="678"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54</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55</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2925668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122.png"/></Relationships>
</file>

<file path=ppt/slides/_rels/slide54.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126.png"/></Relationships>
</file>

<file path=ppt/slides/_rels/slide5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5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0.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43.png"/><Relationship Id="rId7" Type="http://schemas.openxmlformats.org/officeDocument/2006/relationships/image" Target="../media/image147.png"/><Relationship Id="rId2" Type="http://schemas.openxmlformats.org/officeDocument/2006/relationships/image" Target="../media/image142.png"/><Relationship Id="rId1" Type="http://schemas.openxmlformats.org/officeDocument/2006/relationships/slideLayout" Target="../slideLayouts/slideLayout7.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62.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6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4.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7.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8.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73.png"/></Relationships>
</file>

<file path=ppt/slides/_rels/slide69.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2.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86.png"/><Relationship Id="rId4" Type="http://schemas.openxmlformats.org/officeDocument/2006/relationships/image" Target="../media/image18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88.png"/><Relationship Id="rId7" Type="http://schemas.openxmlformats.org/officeDocument/2006/relationships/image" Target="../media/image193.png"/><Relationship Id="rId2" Type="http://schemas.openxmlformats.org/officeDocument/2006/relationships/image" Target="../media/image187.png"/><Relationship Id="rId1" Type="http://schemas.openxmlformats.org/officeDocument/2006/relationships/slideLayout" Target="../slideLayouts/slideLayout7.xml"/><Relationship Id="rId6" Type="http://schemas.openxmlformats.org/officeDocument/2006/relationships/image" Target="../media/image192.png"/><Relationship Id="rId5" Type="http://schemas.openxmlformats.org/officeDocument/2006/relationships/image" Target="../media/image191.png"/><Relationship Id="rId4" Type="http://schemas.openxmlformats.org/officeDocument/2006/relationships/image" Target="../media/image189.png"/></Relationships>
</file>

<file path=ppt/slides/_rels/slide75.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8.png"/><Relationship Id="rId4" Type="http://schemas.openxmlformats.org/officeDocument/2006/relationships/image" Target="../media/image197.png"/></Relationships>
</file>

<file path=ppt/slides/_rels/slide76.xml.rels><?xml version="1.0" encoding="UTF-8" standalone="yes"?>
<Relationships xmlns="http://schemas.openxmlformats.org/package/2006/relationships"><Relationship Id="rId8" Type="http://schemas.openxmlformats.org/officeDocument/2006/relationships/image" Target="../media/image206.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03.png"/><Relationship Id="rId4" Type="http://schemas.openxmlformats.org/officeDocument/2006/relationships/image" Target="../media/image202.png"/></Relationships>
</file>

<file path=ppt/slides/_rels/slide77.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11.png"/><Relationship Id="rId5" Type="http://schemas.openxmlformats.org/officeDocument/2006/relationships/image" Target="../media/image210.png"/><Relationship Id="rId4" Type="http://schemas.openxmlformats.org/officeDocument/2006/relationships/image" Target="../media/image20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14.png"/></Relationships>
</file>

<file path=ppt/slides/_rels/slide80.xml.rels><?xml version="1.0" encoding="UTF-8" standalone="yes"?>
<Relationships xmlns="http://schemas.openxmlformats.org/package/2006/relationships"><Relationship Id="rId2" Type="http://schemas.openxmlformats.org/officeDocument/2006/relationships/image" Target="../media/image215.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21.png"/><Relationship Id="rId4" Type="http://schemas.openxmlformats.org/officeDocument/2006/relationships/image" Target="../media/image220.png"/></Relationships>
</file>

<file path=ppt/slides/_rels/slide8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r>
                      <a:rPr lang="es-AR" sz="1200" i="1">
                        <a:effectLst/>
                        <a:latin typeface="Cambria Math" panose="02040503050406030204" pitchFamily="18" charset="0"/>
                        <a:ea typeface="Calibri" panose="020F0502020204030204" pitchFamily="34" charset="0"/>
                        <a:cs typeface="Times New Roman" panose="02020603050405020304" pitchFamily="18" charset="0"/>
                      </a:rPr>
                      <m:t>1</m:t>
                    </m:r>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xmlns="">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59775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621792"/>
          </a:xfrm>
          <a:prstGeom prst="rect">
            <a:avLst/>
          </a:prstGeom>
          <a:noFill/>
        </p:spPr>
        <p:txBody>
          <a:bodyPr wrap="square">
            <a:spAutoFit/>
          </a:bodyPr>
          <a:lstStyle/>
          <a:p>
            <a:pPr algn="l"/>
            <a:r>
              <a:rPr sz="1400" b="0" i="0" dirty="0" err="1">
                <a:solidFill>
                  <a:srgbClr val="1A1A2E"/>
                </a:solidFill>
                <a:latin typeface="Calibri"/>
              </a:rPr>
              <a:t>Criterio</a:t>
            </a:r>
            <a:r>
              <a:rPr sz="1400" b="0" i="0" dirty="0">
                <a:solidFill>
                  <a:srgbClr val="1A1A2E"/>
                </a:solidFill>
                <a:latin typeface="Calibri"/>
              </a:rPr>
              <a:t> de Kalman: un </a:t>
            </a:r>
            <a:r>
              <a:rPr sz="1400" b="0" i="0" dirty="0" err="1">
                <a:solidFill>
                  <a:srgbClr val="1A1A2E"/>
                </a:solidFill>
                <a:latin typeface="Calibri"/>
              </a:rPr>
              <a:t>sistema</a:t>
            </a:r>
            <a:r>
              <a:rPr sz="1400" b="0" i="0" dirty="0">
                <a:solidFill>
                  <a:srgbClr val="1A1A2E"/>
                </a:solidFill>
                <a:latin typeface="Calibri"/>
              </a:rPr>
              <a:t> LTI de </a:t>
            </a:r>
            <a:r>
              <a:rPr sz="1400" b="0" i="0" dirty="0" err="1">
                <a:solidFill>
                  <a:srgbClr val="1A1A2E"/>
                </a:solidFill>
                <a:latin typeface="Calibri"/>
              </a:rPr>
              <a:t>orden</a:t>
            </a:r>
            <a:r>
              <a:rPr sz="1400" b="0" i="0" dirty="0">
                <a:solidFill>
                  <a:srgbClr val="1A1A2E"/>
                </a:solidFill>
                <a:latin typeface="Calibri"/>
              </a:rPr>
              <a:t> n con p entradas es </a:t>
            </a:r>
            <a:r>
              <a:rPr sz="1400" b="0" i="0" dirty="0" err="1">
                <a:solidFill>
                  <a:srgbClr val="1A1A2E"/>
                </a:solidFill>
                <a:latin typeface="Calibri"/>
              </a:rPr>
              <a:t>completamente</a:t>
            </a:r>
            <a:r>
              <a:rPr sz="1400" b="0" i="0" dirty="0">
                <a:solidFill>
                  <a:srgbClr val="1A1A2E"/>
                </a:solidFill>
                <a:latin typeface="Calibri"/>
              </a:rPr>
              <a:t> </a:t>
            </a:r>
            <a:r>
              <a:rPr sz="1400" b="0" i="0" dirty="0" err="1">
                <a:solidFill>
                  <a:srgbClr val="1A1A2E"/>
                </a:solidFill>
                <a:latin typeface="Calibri"/>
              </a:rPr>
              <a:t>controlable</a:t>
            </a:r>
            <a:r>
              <a:rPr sz="1400" b="0" i="0" dirty="0">
                <a:solidFill>
                  <a:srgbClr val="1A1A2E"/>
                </a:solidFill>
                <a:latin typeface="Calibri"/>
              </a:rPr>
              <a:t> </a:t>
            </a:r>
            <a:r>
              <a:rPr sz="1400" b="0" i="0" dirty="0" err="1">
                <a:solidFill>
                  <a:srgbClr val="1A1A2E"/>
                </a:solidFill>
                <a:latin typeface="Calibri"/>
              </a:rPr>
              <a:t>si</a:t>
            </a:r>
            <a:r>
              <a:rPr sz="1400" b="0" i="0" dirty="0">
                <a:solidFill>
                  <a:srgbClr val="1A1A2E"/>
                </a:solidFill>
                <a:latin typeface="Calibri"/>
              </a:rPr>
              <a:t> </a:t>
            </a:r>
            <a:r>
              <a:rPr sz="1400" b="0" i="0" dirty="0" err="1">
                <a:solidFill>
                  <a:srgbClr val="1A1A2E"/>
                </a:solidFill>
                <a:latin typeface="Calibri"/>
              </a:rPr>
              <a:t>el</a:t>
            </a:r>
            <a:r>
              <a:rPr sz="1400" b="0" i="0" dirty="0">
                <a:solidFill>
                  <a:srgbClr val="1A1A2E"/>
                </a:solidFill>
                <a:latin typeface="Calibri"/>
              </a:rPr>
              <a:t> </a:t>
            </a:r>
            <a:r>
              <a:rPr sz="1400" b="0" i="0" dirty="0" err="1">
                <a:solidFill>
                  <a:srgbClr val="1A1A2E"/>
                </a:solidFill>
                <a:latin typeface="Calibri"/>
              </a:rPr>
              <a:t>rango</a:t>
            </a:r>
            <a:r>
              <a:rPr sz="1400" b="0" i="0" dirty="0">
                <a:solidFill>
                  <a:srgbClr val="1A1A2E"/>
                </a:solidFill>
                <a:latin typeface="Calibri"/>
              </a:rPr>
              <a:t> de la </a:t>
            </a:r>
            <a:r>
              <a:rPr sz="1400" b="0" i="0" dirty="0" err="1">
                <a:solidFill>
                  <a:srgbClr val="1A1A2E"/>
                </a:solidFill>
                <a:latin typeface="Calibri"/>
              </a:rPr>
              <a:t>matriz</a:t>
            </a:r>
            <a:r>
              <a:rPr sz="1400" b="0" i="0" dirty="0">
                <a:solidFill>
                  <a:srgbClr val="1A1A2E"/>
                </a:solidFill>
                <a:latin typeface="Calibri"/>
              </a:rPr>
              <a:t> de </a:t>
            </a:r>
            <a:r>
              <a:rPr sz="1400" b="0" i="0" dirty="0" err="1">
                <a:solidFill>
                  <a:srgbClr val="1A1A2E"/>
                </a:solidFill>
                <a:latin typeface="Calibri"/>
              </a:rPr>
              <a:t>controlabilidad</a:t>
            </a:r>
            <a:r>
              <a:rPr sz="1400" b="0" i="0" dirty="0">
                <a:solidFill>
                  <a:srgbClr val="1A1A2E"/>
                </a:solidFill>
                <a:latin typeface="Calibri"/>
              </a:rPr>
              <a:t>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95976"/>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95976"/>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29212"/>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29212"/>
                <a:ext cx="11672359" cy="560346"/>
              </a:xfrm>
              <a:prstGeom prst="rect">
                <a:avLst/>
              </a:prstGeom>
              <a:blipFill>
                <a:blip r:embed="rId3"/>
                <a:stretch>
                  <a:fillRect l="-157" r="-157" b="-978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1068310" y="3609548"/>
                <a:ext cx="7496270" cy="1759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1068310" y="3609548"/>
                <a:ext cx="7496270" cy="175939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473371"/>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473371"/>
                <a:ext cx="11672360" cy="790858"/>
              </a:xfrm>
              <a:prstGeom prst="rect">
                <a:avLst/>
              </a:prstGeom>
              <a:blipFill>
                <a:blip r:embed="rId5"/>
                <a:stretch>
                  <a:fillRect l="-157" r="-157" b="-6923"/>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759521"/>
              </a:xfrm>
              <a:prstGeom prst="rect">
                <a:avLst/>
              </a:prstGeom>
              <a:noFill/>
            </p:spPr>
            <p:txBody>
              <a:bodyPr wrap="square">
                <a:spAutoFit/>
              </a:bodyPr>
              <a:lstStyle/>
              <a:p>
                <a:pPr algn="just">
                  <a:spcBef>
                    <a:spcPts val="400"/>
                  </a:spcBef>
                  <a:spcAft>
                    <a:spcPts val="400"/>
                  </a:spcAft>
                </a:pPr>
                <a:r>
                  <a:rPr lang="es-AR" b="1" dirty="0">
                    <a:effectLst/>
                    <a:latin typeface="Calibri" panose="020F0502020204030204" pitchFamily="34" charset="0"/>
                    <a:ea typeface="Times New Roman" panose="02020603050405020304" pitchFamily="18" charset="0"/>
                  </a:rPr>
                  <a:t>Interpretación física:</a:t>
                </a:r>
                <a:endParaRPr lang="es-AR"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(Ec. 16). Para controlarla se necesita actuar sobre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  </a:t>
                </a:r>
                <a:endParaRPr lang="es-AR"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r>
                      <a:rPr lang="es-AR" i="1">
                        <a:solidFill>
                          <a:schemeClr val="tx1"/>
                        </a:solidFill>
                        <a:effectLst/>
                        <a:latin typeface="Cambria Math" panose="02040503050406030204" pitchFamily="18" charset="0"/>
                        <a:ea typeface="Times New Roman" panose="02020603050405020304" pitchFamily="18" charset="0"/>
                      </a:rPr>
                      <m:t>+</m:t>
                    </m:r>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oMath>
                </a14:m>
                <a:r>
                  <a:rPr lang="es-AR" dirty="0">
                    <a:solidFill>
                      <a:schemeClr val="tx1"/>
                    </a:solidFill>
                    <a:effectLst/>
                    <a:latin typeface="Calibri" panose="020F0502020204030204" pitchFamily="34" charset="0"/>
                    <a:ea typeface="Times New Roman" panose="02020603050405020304" pitchFamily="18" charset="0"/>
                  </a:rPr>
                  <a:t> (Ec. 19). Aunque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a:t>
                </a:r>
                <a:r>
                  <a:rPr lang="es-AR"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a:t>
                </a:r>
                <a:r>
                  <a:rPr lang="es-AR" b="1" dirty="0">
                    <a:solidFill>
                      <a:schemeClr val="tx1"/>
                    </a:solidFill>
                    <a:effectLst/>
                    <a:latin typeface="Calibri" panose="020F0502020204030204" pitchFamily="34" charset="0"/>
                    <a:ea typeface="Times New Roman" panose="02020603050405020304" pitchFamily="18" charset="0"/>
                  </a:rPr>
                  <a:t> a un valor arbitrario </a:t>
                </a:r>
                <a:r>
                  <a:rPr lang="es-AR"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759521"/>
              </a:xfrm>
              <a:prstGeom prst="rect">
                <a:avLst/>
              </a:prstGeom>
              <a:blipFill>
                <a:blip r:embed="rId2"/>
                <a:stretch>
                  <a:fillRect l="-503" t="-2083" r="-447" b="-4861"/>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2"/>
                <a:stretch>
                  <a:fillRect l="-161" t="-694" b="-4167"/>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C4E0C6ED-563E-49AB-8131-0DE0A9CB5BCD}"/>
              </a:ext>
            </a:extLst>
          </p:cNvPr>
          <p:cNvPicPr/>
          <p:nvPr/>
        </p:nvPicPr>
        <p:blipFill>
          <a:blip r:embed="rId3">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dirty="0">
                <a:solidFill>
                  <a:srgbClr val="C35A00"/>
                </a:solidFill>
                <a:latin typeface="Calibri"/>
              </a:rPr>
              <a:t>🖼  FIGURA: </a:t>
            </a:r>
            <a:r>
              <a:rPr sz="1100" b="1" dirty="0" err="1">
                <a:solidFill>
                  <a:srgbClr val="C35A00"/>
                </a:solidFill>
                <a:latin typeface="Calibri"/>
              </a:rPr>
              <a:t>Figuras</a:t>
            </a:r>
            <a:r>
              <a:rPr sz="1100" b="1" dirty="0">
                <a:solidFill>
                  <a:srgbClr val="C35A00"/>
                </a:solidFill>
                <a:latin typeface="Calibri"/>
              </a:rPr>
              <a:t> 18-19 — Corrientes iqd0^r e </a:t>
            </a:r>
            <a:r>
              <a:rPr sz="1100" b="1" dirty="0" err="1">
                <a:solidFill>
                  <a:srgbClr val="C35A00"/>
                </a:solidFill>
                <a:latin typeface="Calibri"/>
              </a:rPr>
              <a:t>iabc</a:t>
            </a:r>
            <a:r>
              <a:rPr sz="1100" b="1" dirty="0">
                <a:solidFill>
                  <a:srgbClr val="C35A00"/>
                </a:solidFill>
                <a:latin typeface="Calibri"/>
              </a:rPr>
              <a:t>(t)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2"/>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3"/>
          <a:stretch>
            <a:fillRect/>
          </a:stretch>
        </p:blipFill>
        <p:spPr>
          <a:xfrm>
            <a:off x="4209973" y="692533"/>
            <a:ext cx="3742379" cy="2759327"/>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5"/>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6"/>
          <a:srcRect r="4768" b="9471"/>
          <a:stretch/>
        </p:blipFill>
        <p:spPr>
          <a:xfrm>
            <a:off x="4209973" y="3517623"/>
            <a:ext cx="4060741" cy="28436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15" name="Imagen 14">
            <a:extLst>
              <a:ext uri="{FF2B5EF4-FFF2-40B4-BE49-F238E27FC236}">
                <a16:creationId xmlns:a16="http://schemas.microsoft.com/office/drawing/2014/main" id="{0A4402D5-71DC-4F8E-8186-C69EECD7BEBD}"/>
              </a:ext>
            </a:extLst>
          </p:cNvPr>
          <p:cNvPicPr>
            <a:picLocks noChangeAspect="1"/>
          </p:cNvPicPr>
          <p:nvPr/>
        </p:nvPicPr>
        <p:blipFill>
          <a:blip r:embed="rId2"/>
          <a:stretch>
            <a:fillRect/>
          </a:stretch>
        </p:blipFill>
        <p:spPr>
          <a:xfrm>
            <a:off x="-1" y="658368"/>
            <a:ext cx="6312023" cy="4757054"/>
          </a:xfrm>
          <a:prstGeom prst="rect">
            <a:avLst/>
          </a:prstGeom>
        </p:spPr>
      </p:pic>
      <p:pic>
        <p:nvPicPr>
          <p:cNvPr id="17" name="Imagen 16">
            <a:extLst>
              <a:ext uri="{FF2B5EF4-FFF2-40B4-BE49-F238E27FC236}">
                <a16:creationId xmlns:a16="http://schemas.microsoft.com/office/drawing/2014/main" id="{FEC60C37-66A5-4CF6-A1EB-4E49A908F589}"/>
              </a:ext>
            </a:extLst>
          </p:cNvPr>
          <p:cNvPicPr>
            <a:picLocks noChangeAspect="1"/>
          </p:cNvPicPr>
          <p:nvPr/>
        </p:nvPicPr>
        <p:blipFill>
          <a:blip r:embed="rId3"/>
          <a:stretch>
            <a:fillRect/>
          </a:stretch>
        </p:blipFill>
        <p:spPr>
          <a:xfrm>
            <a:off x="5872243" y="658367"/>
            <a:ext cx="6319758" cy="4757054"/>
          </a:xfrm>
          <a:prstGeom prst="rect">
            <a:avLst/>
          </a:prstGeom>
        </p:spPr>
      </p:pic>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9" name="Imagen 8">
            <a:extLst>
              <a:ext uri="{FF2B5EF4-FFF2-40B4-BE49-F238E27FC236}">
                <a16:creationId xmlns:a16="http://schemas.microsoft.com/office/drawing/2014/main" id="{5A9CC299-DB2E-4EA5-AC56-56D9FFCA2E37}"/>
              </a:ext>
            </a:extLst>
          </p:cNvPr>
          <p:cNvPicPr>
            <a:picLocks noChangeAspect="1"/>
          </p:cNvPicPr>
          <p:nvPr/>
        </p:nvPicPr>
        <p:blipFill>
          <a:blip r:embed="rId2"/>
          <a:stretch>
            <a:fillRect/>
          </a:stretch>
        </p:blipFill>
        <p:spPr>
          <a:xfrm>
            <a:off x="-1" y="658368"/>
            <a:ext cx="6070222" cy="4623846"/>
          </a:xfrm>
          <a:prstGeom prst="rect">
            <a:avLst/>
          </a:prstGeom>
        </p:spPr>
      </p:pic>
      <p:pic>
        <p:nvPicPr>
          <p:cNvPr id="8" name="Imagen 7">
            <a:extLst>
              <a:ext uri="{FF2B5EF4-FFF2-40B4-BE49-F238E27FC236}">
                <a16:creationId xmlns:a16="http://schemas.microsoft.com/office/drawing/2014/main" id="{38CDA7E1-D4C3-407A-BBAA-BC621CE06E1E}"/>
              </a:ext>
            </a:extLst>
          </p:cNvPr>
          <p:cNvPicPr>
            <a:picLocks noChangeAspect="1"/>
          </p:cNvPicPr>
          <p:nvPr/>
        </p:nvPicPr>
        <p:blipFill>
          <a:blip r:embed="rId3"/>
          <a:stretch>
            <a:fillRect/>
          </a:stretch>
        </p:blipFill>
        <p:spPr>
          <a:xfrm>
            <a:off x="6048903" y="658367"/>
            <a:ext cx="6142792" cy="4623847"/>
          </a:xfrm>
          <a:prstGeom prst="rect">
            <a:avLst/>
          </a:prstGeom>
        </p:spPr>
      </p:pic>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extLst>
      <p:ext uri="{BB962C8B-B14F-4D97-AF65-F5344CB8AC3E}">
        <p14:creationId xmlns:p14="http://schemas.microsoft.com/office/powerpoint/2010/main" val="9716209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110799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En régimen permanente el modelo LTI es una buena aproximación</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27140"/>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27140"/>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11430000" cy="104355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38527"/>
          </a:xfrm>
          <a:prstGeom prst="rect">
            <a:avLst/>
          </a:prstGeom>
          <a:noFill/>
        </p:spPr>
        <p:txBody>
          <a:bodyPr wrap="square">
            <a:spAutoFit/>
          </a:bodyPr>
          <a:lstStyle/>
          <a:p>
            <a:pPr algn="ctr"/>
            <a:r>
              <a:rPr sz="9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38527"/>
          </a:xfrm>
          <a:prstGeom prst="rect">
            <a:avLst/>
          </a:prstGeom>
          <a:noFill/>
        </p:spPr>
        <p:txBody>
          <a:bodyPr wrap="square">
            <a:spAutoFit/>
          </a:bodyPr>
          <a:lstStyle/>
          <a:p>
            <a:pPr algn="ctr"/>
            <a:r>
              <a:rPr sz="9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𝜔</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276999"/>
              </a:xfrm>
              <a:prstGeom prst="rect">
                <a:avLst/>
              </a:prstGeom>
              <a:blipFill>
                <a:blip r:embed="rId2"/>
                <a:stretch>
                  <a:fillRect/>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𝑇</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276999"/>
              </a:xfrm>
              <a:prstGeom prst="rect">
                <a:avLst/>
              </a:prstGeom>
              <a:blipFill>
                <a:blip r:embed="rId3"/>
                <a:stretch>
                  <a:fillRect/>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38527"/>
          </a:xfrm>
          <a:prstGeom prst="rect">
            <a:avLst/>
          </a:prstGeom>
          <a:noFill/>
        </p:spPr>
        <p:txBody>
          <a:bodyPr wrap="square">
            <a:spAutoFit/>
          </a:bodyPr>
          <a:lstStyle/>
          <a:p>
            <a:pPr algn="ctr"/>
            <a:r>
              <a:rPr sz="9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38527"/>
          </a:xfrm>
          <a:prstGeom prst="rect">
            <a:avLst/>
          </a:prstGeom>
          <a:noFill/>
        </p:spPr>
        <p:txBody>
          <a:bodyPr wrap="square">
            <a:spAutoFit/>
          </a:bodyPr>
          <a:lstStyle/>
          <a:p>
            <a:pPr algn="ctr"/>
            <a:r>
              <a:rPr sz="9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384721"/>
          </a:xfrm>
          <a:prstGeom prst="rect">
            <a:avLst/>
          </a:prstGeom>
          <a:noFill/>
        </p:spPr>
        <p:txBody>
          <a:bodyPr wrap="square">
            <a:spAutoFit/>
          </a:bodyPr>
          <a:lstStyle/>
          <a:p>
            <a:pPr algn="ctr"/>
            <a:r>
              <a:rPr sz="9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384721"/>
          </a:xfrm>
          <a:prstGeom prst="rect">
            <a:avLst/>
          </a:prstGeom>
          <a:noFill/>
        </p:spPr>
        <p:txBody>
          <a:bodyPr wrap="square">
            <a:spAutoFit/>
          </a:bodyPr>
          <a:lstStyle/>
          <a:p>
            <a:pPr algn="ctr"/>
            <a:r>
              <a:rPr sz="9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384721"/>
          </a:xfrm>
          <a:prstGeom prst="rect">
            <a:avLst/>
          </a:prstGeom>
          <a:noFill/>
        </p:spPr>
        <p:txBody>
          <a:bodyPr wrap="square">
            <a:spAutoFit/>
          </a:bodyPr>
          <a:lstStyle/>
          <a:p>
            <a:pPr algn="ctr"/>
            <a:r>
              <a:rPr sz="950" b="1">
                <a:solidFill>
                  <a:schemeClr val="bg1"/>
                </a:solidFill>
                <a:latin typeface="Calibri"/>
              </a:rPr>
              <a:t>ωm
[rad/s]</a:t>
            </a:r>
          </a:p>
        </p:txBody>
      </p:sp>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384721"/>
          </a:xfrm>
          <a:prstGeom prst="rect">
            <a:avLst/>
          </a:prstGeom>
          <a:noFill/>
        </p:spPr>
        <p:txBody>
          <a:bodyPr wrap="square">
            <a:spAutoFit/>
          </a:bodyPr>
          <a:lstStyle/>
          <a:p>
            <a:pPr algn="ctr"/>
            <a:r>
              <a:rPr sz="950" b="1">
                <a:solidFill>
                  <a:schemeClr val="bg1"/>
                </a:solidFill>
                <a:latin typeface="Calibri"/>
              </a:rPr>
              <a:t>Tm
[N·m]</a:t>
            </a:r>
          </a:p>
        </p:txBody>
      </p:sp>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38527"/>
          </a:xfrm>
          <a:prstGeom prst="rect">
            <a:avLst/>
          </a:prstGeom>
          <a:noFill/>
        </p:spPr>
        <p:txBody>
          <a:bodyPr wrap="square">
            <a:spAutoFit/>
          </a:bodyPr>
          <a:lstStyle/>
          <a:p>
            <a:pPr algn="ctr"/>
            <a:r>
              <a:rPr sz="9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38527"/>
          </a:xfrm>
          <a:prstGeom prst="rect">
            <a:avLst/>
          </a:prstGeom>
          <a:noFill/>
        </p:spPr>
        <p:txBody>
          <a:bodyPr wrap="square">
            <a:spAutoFit/>
          </a:bodyPr>
          <a:lstStyle/>
          <a:p>
            <a:pPr algn="ctr"/>
            <a:r>
              <a:rPr sz="9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38527"/>
          </a:xfrm>
          <a:prstGeom prst="rect">
            <a:avLst/>
          </a:prstGeom>
          <a:noFill/>
        </p:spPr>
        <p:txBody>
          <a:bodyPr wrap="square">
            <a:spAutoFit/>
          </a:bodyPr>
          <a:lstStyle/>
          <a:p>
            <a:pPr algn="ctr"/>
            <a:r>
              <a:rPr sz="9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38527"/>
          </a:xfrm>
          <a:prstGeom prst="rect">
            <a:avLst/>
          </a:prstGeom>
          <a:noFill/>
        </p:spPr>
        <p:txBody>
          <a:bodyPr wrap="square">
            <a:spAutoFit/>
          </a:bodyPr>
          <a:lstStyle/>
          <a:p>
            <a:pPr algn="ctr"/>
            <a:r>
              <a:rPr sz="9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38527"/>
          </a:xfrm>
          <a:prstGeom prst="rect">
            <a:avLst/>
          </a:prstGeom>
          <a:noFill/>
        </p:spPr>
        <p:txBody>
          <a:bodyPr wrap="square">
            <a:spAutoFit/>
          </a:bodyPr>
          <a:lstStyle/>
          <a:p>
            <a:pPr algn="ctr"/>
            <a:r>
              <a:rPr sz="9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30832"/>
          </a:xfrm>
          <a:prstGeom prst="rect">
            <a:avLst/>
          </a:prstGeom>
          <a:noFill/>
        </p:spPr>
        <p:txBody>
          <a:bodyPr wrap="square">
            <a:spAutoFit/>
          </a:bodyPr>
          <a:lstStyle/>
          <a:p>
            <a:pPr algn="ctr"/>
            <a:r>
              <a:rPr sz="90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38527"/>
          </a:xfrm>
          <a:prstGeom prst="rect">
            <a:avLst/>
          </a:prstGeom>
          <a:noFill/>
        </p:spPr>
        <p:txBody>
          <a:bodyPr wrap="square">
            <a:spAutoFit/>
          </a:bodyPr>
          <a:lstStyle/>
          <a:p>
            <a:pPr algn="ctr"/>
            <a:r>
              <a:rPr sz="9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38527"/>
          </a:xfrm>
          <a:prstGeom prst="rect">
            <a:avLst/>
          </a:prstGeom>
          <a:noFill/>
        </p:spPr>
        <p:txBody>
          <a:bodyPr wrap="square">
            <a:spAutoFit/>
          </a:bodyPr>
          <a:lstStyle/>
          <a:p>
            <a:pPr algn="ctr"/>
            <a:r>
              <a:rPr sz="9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38527"/>
          </a:xfrm>
          <a:prstGeom prst="rect">
            <a:avLst/>
          </a:prstGeom>
          <a:noFill/>
        </p:spPr>
        <p:txBody>
          <a:bodyPr wrap="square">
            <a:spAutoFit/>
          </a:bodyPr>
          <a:lstStyle/>
          <a:p>
            <a:pPr algn="ctr"/>
            <a:r>
              <a:rPr sz="9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38527"/>
          </a:xfrm>
          <a:prstGeom prst="rect">
            <a:avLst/>
          </a:prstGeom>
          <a:noFill/>
        </p:spPr>
        <p:txBody>
          <a:bodyPr wrap="square">
            <a:spAutoFit/>
          </a:bodyPr>
          <a:lstStyle/>
          <a:p>
            <a:pPr algn="ctr"/>
            <a:r>
              <a:rPr sz="950" b="0">
                <a:latin typeface="Calibri"/>
              </a:rPr>
              <a:t>—</a:t>
            </a:r>
          </a:p>
        </p:txBody>
      </p:sp>
      <p:sp>
        <p:nvSpPr>
          <p:cNvPr id="55" name="Rectangle 50">
            <a:extLst>
              <a:ext uri="{FF2B5EF4-FFF2-40B4-BE49-F238E27FC236}">
                <a16:creationId xmlns:a16="http://schemas.microsoft.com/office/drawing/2014/main" id="{DDDC1051-58C6-4ECC-89A9-757DB69A8976}"/>
              </a:ext>
            </a:extLst>
          </p:cNvPr>
          <p:cNvSpPr/>
          <p:nvPr/>
        </p:nvSpPr>
        <p:spPr>
          <a:xfrm>
            <a:off x="4645152" y="178113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6" name="TextBox 51">
            <a:extLst>
              <a:ext uri="{FF2B5EF4-FFF2-40B4-BE49-F238E27FC236}">
                <a16:creationId xmlns:a16="http://schemas.microsoft.com/office/drawing/2014/main" id="{09226CA6-1B1E-4F89-942D-926A89916AF7}"/>
              </a:ext>
            </a:extLst>
          </p:cNvPr>
          <p:cNvSpPr txBox="1"/>
          <p:nvPr/>
        </p:nvSpPr>
        <p:spPr>
          <a:xfrm>
            <a:off x="4672584" y="1799422"/>
            <a:ext cx="329184" cy="238527"/>
          </a:xfrm>
          <a:prstGeom prst="rect">
            <a:avLst/>
          </a:prstGeom>
          <a:noFill/>
        </p:spPr>
        <p:txBody>
          <a:bodyPr wrap="square">
            <a:spAutoFit/>
          </a:bodyPr>
          <a:lstStyle/>
          <a:p>
            <a:pPr algn="ctr"/>
            <a:r>
              <a:rPr sz="950" b="0">
                <a:latin typeface="Calibri"/>
              </a:rPr>
              <a:t>1</a:t>
            </a:r>
          </a:p>
        </p:txBody>
      </p:sp>
      <p:sp>
        <p:nvSpPr>
          <p:cNvPr id="57" name="Rectangle 52">
            <a:extLst>
              <a:ext uri="{FF2B5EF4-FFF2-40B4-BE49-F238E27FC236}">
                <a16:creationId xmlns:a16="http://schemas.microsoft.com/office/drawing/2014/main" id="{6F94B535-F7C5-4062-A5B1-2E750D458518}"/>
              </a:ext>
            </a:extLst>
          </p:cNvPr>
          <p:cNvSpPr/>
          <p:nvPr/>
        </p:nvSpPr>
        <p:spPr>
          <a:xfrm>
            <a:off x="5029200" y="178113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8" name="TextBox 53">
            <a:extLst>
              <a:ext uri="{FF2B5EF4-FFF2-40B4-BE49-F238E27FC236}">
                <a16:creationId xmlns:a16="http://schemas.microsoft.com/office/drawing/2014/main" id="{0E7C2503-457C-423C-BE1A-1C3EE7B8AD6C}"/>
              </a:ext>
            </a:extLst>
          </p:cNvPr>
          <p:cNvSpPr txBox="1"/>
          <p:nvPr/>
        </p:nvSpPr>
        <p:spPr>
          <a:xfrm>
            <a:off x="5056632" y="1799422"/>
            <a:ext cx="512064" cy="238527"/>
          </a:xfrm>
          <a:prstGeom prst="rect">
            <a:avLst/>
          </a:prstGeom>
          <a:noFill/>
        </p:spPr>
        <p:txBody>
          <a:bodyPr wrap="square">
            <a:spAutoFit/>
          </a:bodyPr>
          <a:lstStyle/>
          <a:p>
            <a:pPr algn="ctr"/>
            <a:r>
              <a:rPr sz="950" b="0">
                <a:latin typeface="Calibri"/>
              </a:rPr>
              <a:t>t=0.1</a:t>
            </a:r>
          </a:p>
        </p:txBody>
      </p:sp>
      <p:sp>
        <p:nvSpPr>
          <p:cNvPr id="59" name="Rectangle 54">
            <a:extLst>
              <a:ext uri="{FF2B5EF4-FFF2-40B4-BE49-F238E27FC236}">
                <a16:creationId xmlns:a16="http://schemas.microsoft.com/office/drawing/2014/main" id="{46A834A0-D248-494D-B707-A5A69437CEF6}"/>
              </a:ext>
            </a:extLst>
          </p:cNvPr>
          <p:cNvSpPr/>
          <p:nvPr/>
        </p:nvSpPr>
        <p:spPr>
          <a:xfrm>
            <a:off x="55961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0" name="TextBox 55">
            <a:extLst>
              <a:ext uri="{FF2B5EF4-FFF2-40B4-BE49-F238E27FC236}">
                <a16:creationId xmlns:a16="http://schemas.microsoft.com/office/drawing/2014/main" id="{0583AC92-8B0D-4602-B1DD-24867F1870A4}"/>
              </a:ext>
            </a:extLst>
          </p:cNvPr>
          <p:cNvSpPr txBox="1"/>
          <p:nvPr/>
        </p:nvSpPr>
        <p:spPr>
          <a:xfrm>
            <a:off x="5623560" y="1799422"/>
            <a:ext cx="402336" cy="238527"/>
          </a:xfrm>
          <a:prstGeom prst="rect">
            <a:avLst/>
          </a:prstGeom>
          <a:noFill/>
        </p:spPr>
        <p:txBody>
          <a:bodyPr wrap="square">
            <a:spAutoFit/>
          </a:bodyPr>
          <a:lstStyle/>
          <a:p>
            <a:pPr algn="ctr"/>
            <a:r>
              <a:rPr sz="950" b="1">
                <a:latin typeface="Calibri"/>
              </a:rPr>
              <a:t>&gt;0</a:t>
            </a:r>
          </a:p>
        </p:txBody>
      </p:sp>
      <p:sp>
        <p:nvSpPr>
          <p:cNvPr id="61" name="Rectangle 56">
            <a:extLst>
              <a:ext uri="{FF2B5EF4-FFF2-40B4-BE49-F238E27FC236}">
                <a16:creationId xmlns:a16="http://schemas.microsoft.com/office/drawing/2014/main" id="{4A07B0C7-EAB6-429D-B735-5030A3EA01B7}"/>
              </a:ext>
            </a:extLst>
          </p:cNvPr>
          <p:cNvSpPr/>
          <p:nvPr/>
        </p:nvSpPr>
        <p:spPr>
          <a:xfrm>
            <a:off x="60533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2" name="TextBox 57">
            <a:extLst>
              <a:ext uri="{FF2B5EF4-FFF2-40B4-BE49-F238E27FC236}">
                <a16:creationId xmlns:a16="http://schemas.microsoft.com/office/drawing/2014/main" id="{11F82071-21D3-4013-AD23-7F7B05177822}"/>
              </a:ext>
            </a:extLst>
          </p:cNvPr>
          <p:cNvSpPr txBox="1"/>
          <p:nvPr/>
        </p:nvSpPr>
        <p:spPr>
          <a:xfrm>
            <a:off x="6080760" y="1799422"/>
            <a:ext cx="402336" cy="238527"/>
          </a:xfrm>
          <a:prstGeom prst="rect">
            <a:avLst/>
          </a:prstGeom>
          <a:noFill/>
        </p:spPr>
        <p:txBody>
          <a:bodyPr wrap="square">
            <a:spAutoFit/>
          </a:bodyPr>
          <a:lstStyle/>
          <a:p>
            <a:pPr algn="ctr"/>
            <a:r>
              <a:rPr sz="950" b="1">
                <a:latin typeface="Calibri"/>
              </a:rPr>
              <a:t>&gt;0</a:t>
            </a:r>
          </a:p>
        </p:txBody>
      </p:sp>
      <p:sp>
        <p:nvSpPr>
          <p:cNvPr id="63" name="Rectangle 58">
            <a:extLst>
              <a:ext uri="{FF2B5EF4-FFF2-40B4-BE49-F238E27FC236}">
                <a16:creationId xmlns:a16="http://schemas.microsoft.com/office/drawing/2014/main" id="{F6EFC604-33DB-4697-AB58-424CF4E7AC7D}"/>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4" name="TextBox 59">
            <a:extLst>
              <a:ext uri="{FF2B5EF4-FFF2-40B4-BE49-F238E27FC236}">
                <a16:creationId xmlns:a16="http://schemas.microsoft.com/office/drawing/2014/main" id="{53E15754-156B-4B84-934F-0DE3F2B0D400}"/>
              </a:ext>
            </a:extLst>
          </p:cNvPr>
          <p:cNvSpPr txBox="1"/>
          <p:nvPr/>
        </p:nvSpPr>
        <p:spPr>
          <a:xfrm>
            <a:off x="6537960" y="1799422"/>
            <a:ext cx="384048" cy="238527"/>
          </a:xfrm>
          <a:prstGeom prst="rect">
            <a:avLst/>
          </a:prstGeom>
          <a:noFill/>
        </p:spPr>
        <p:txBody>
          <a:bodyPr wrap="square">
            <a:spAutoFit/>
          </a:bodyPr>
          <a:lstStyle/>
          <a:p>
            <a:pPr algn="ctr"/>
            <a:r>
              <a:rPr sz="950" b="1">
                <a:latin typeface="Calibri"/>
              </a:rPr>
              <a:t>1°</a:t>
            </a:r>
          </a:p>
        </p:txBody>
      </p:sp>
      <p:sp>
        <p:nvSpPr>
          <p:cNvPr id="65" name="Rectangle 60">
            <a:extLst>
              <a:ext uri="{FF2B5EF4-FFF2-40B4-BE49-F238E27FC236}">
                <a16:creationId xmlns:a16="http://schemas.microsoft.com/office/drawing/2014/main" id="{E643D5DE-ED17-47F6-82AA-06F4602FA4BB}"/>
              </a:ext>
            </a:extLst>
          </p:cNvPr>
          <p:cNvSpPr/>
          <p:nvPr/>
        </p:nvSpPr>
        <p:spPr>
          <a:xfrm>
            <a:off x="6949440" y="178113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6" name="TextBox 61">
            <a:extLst>
              <a:ext uri="{FF2B5EF4-FFF2-40B4-BE49-F238E27FC236}">
                <a16:creationId xmlns:a16="http://schemas.microsoft.com/office/drawing/2014/main" id="{FE2B67C2-96BE-4326-A3BF-42435E65A217}"/>
              </a:ext>
            </a:extLst>
          </p:cNvPr>
          <p:cNvSpPr txBox="1"/>
          <p:nvPr/>
        </p:nvSpPr>
        <p:spPr>
          <a:xfrm>
            <a:off x="6976871" y="1799422"/>
            <a:ext cx="1938528" cy="230832"/>
          </a:xfrm>
          <a:prstGeom prst="rect">
            <a:avLst/>
          </a:prstGeom>
          <a:noFill/>
        </p:spPr>
        <p:txBody>
          <a:bodyPr wrap="square">
            <a:spAutoFit/>
          </a:bodyPr>
          <a:lstStyle/>
          <a:p>
            <a:pPr algn="ctr"/>
            <a:r>
              <a:rPr sz="900" b="0">
                <a:latin typeface="Calibri"/>
              </a:rPr>
              <a:t>Motorización directa</a:t>
            </a:r>
          </a:p>
        </p:txBody>
      </p:sp>
      <p:sp>
        <p:nvSpPr>
          <p:cNvPr id="67" name="Rectangle 62">
            <a:extLst>
              <a:ext uri="{FF2B5EF4-FFF2-40B4-BE49-F238E27FC236}">
                <a16:creationId xmlns:a16="http://schemas.microsoft.com/office/drawing/2014/main" id="{015C1441-CC9F-4D24-97D8-B730ADB332E9}"/>
              </a:ext>
            </a:extLst>
          </p:cNvPr>
          <p:cNvSpPr/>
          <p:nvPr/>
        </p:nvSpPr>
        <p:spPr>
          <a:xfrm>
            <a:off x="8942832" y="178113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8" name="TextBox 63">
            <a:extLst>
              <a:ext uri="{FF2B5EF4-FFF2-40B4-BE49-F238E27FC236}">
                <a16:creationId xmlns:a16="http://schemas.microsoft.com/office/drawing/2014/main" id="{7211E053-EBAF-42DC-BA10-0925B3BC9241}"/>
              </a:ext>
            </a:extLst>
          </p:cNvPr>
          <p:cNvSpPr txBox="1"/>
          <p:nvPr/>
        </p:nvSpPr>
        <p:spPr>
          <a:xfrm>
            <a:off x="8970263" y="1799422"/>
            <a:ext cx="493776" cy="238527"/>
          </a:xfrm>
          <a:prstGeom prst="rect">
            <a:avLst/>
          </a:prstGeom>
          <a:noFill/>
        </p:spPr>
        <p:txBody>
          <a:bodyPr wrap="square">
            <a:spAutoFit/>
          </a:bodyPr>
          <a:lstStyle/>
          <a:p>
            <a:pPr algn="ctr"/>
            <a:r>
              <a:rPr sz="950" b="0">
                <a:latin typeface="Calibri"/>
              </a:rPr>
              <a:t>0</a:t>
            </a:r>
          </a:p>
        </p:txBody>
      </p:sp>
      <p:sp>
        <p:nvSpPr>
          <p:cNvPr id="69" name="Rectangle 64">
            <a:extLst>
              <a:ext uri="{FF2B5EF4-FFF2-40B4-BE49-F238E27FC236}">
                <a16:creationId xmlns:a16="http://schemas.microsoft.com/office/drawing/2014/main" id="{4D8E7CC1-56DF-48E0-BEA6-1412F9057BCF}"/>
              </a:ext>
            </a:extLst>
          </p:cNvPr>
          <p:cNvSpPr/>
          <p:nvPr/>
        </p:nvSpPr>
        <p:spPr>
          <a:xfrm>
            <a:off x="9491471" y="178113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0" name="TextBox 65">
            <a:extLst>
              <a:ext uri="{FF2B5EF4-FFF2-40B4-BE49-F238E27FC236}">
                <a16:creationId xmlns:a16="http://schemas.microsoft.com/office/drawing/2014/main" id="{5263B8CB-2060-4A98-9F73-DEB74F90BCCE}"/>
              </a:ext>
            </a:extLst>
          </p:cNvPr>
          <p:cNvSpPr txBox="1"/>
          <p:nvPr/>
        </p:nvSpPr>
        <p:spPr>
          <a:xfrm>
            <a:off x="9518903" y="1799422"/>
            <a:ext cx="566928" cy="238527"/>
          </a:xfrm>
          <a:prstGeom prst="rect">
            <a:avLst/>
          </a:prstGeom>
          <a:noFill/>
        </p:spPr>
        <p:txBody>
          <a:bodyPr wrap="square">
            <a:spAutoFit/>
          </a:bodyPr>
          <a:lstStyle/>
          <a:p>
            <a:pPr algn="ctr"/>
            <a:r>
              <a:rPr sz="950" b="0">
                <a:latin typeface="Calibri"/>
              </a:rPr>
              <a:t>+19.56</a:t>
            </a:r>
          </a:p>
        </p:txBody>
      </p:sp>
      <p:sp>
        <p:nvSpPr>
          <p:cNvPr id="71" name="Rectangle 66">
            <a:extLst>
              <a:ext uri="{FF2B5EF4-FFF2-40B4-BE49-F238E27FC236}">
                <a16:creationId xmlns:a16="http://schemas.microsoft.com/office/drawing/2014/main" id="{F9A88BF7-B587-42C3-9DD1-2E566CC9905B}"/>
              </a:ext>
            </a:extLst>
          </p:cNvPr>
          <p:cNvSpPr/>
          <p:nvPr/>
        </p:nvSpPr>
        <p:spPr>
          <a:xfrm>
            <a:off x="10113263" y="178113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2" name="TextBox 67">
            <a:extLst>
              <a:ext uri="{FF2B5EF4-FFF2-40B4-BE49-F238E27FC236}">
                <a16:creationId xmlns:a16="http://schemas.microsoft.com/office/drawing/2014/main" id="{E5BF452F-6EDE-4567-9C40-A1F3696FA615}"/>
              </a:ext>
            </a:extLst>
          </p:cNvPr>
          <p:cNvSpPr txBox="1"/>
          <p:nvPr/>
        </p:nvSpPr>
        <p:spPr>
          <a:xfrm>
            <a:off x="10140695" y="1799422"/>
            <a:ext cx="630936" cy="238527"/>
          </a:xfrm>
          <a:prstGeom prst="rect">
            <a:avLst/>
          </a:prstGeom>
          <a:noFill/>
        </p:spPr>
        <p:txBody>
          <a:bodyPr wrap="square">
            <a:spAutoFit/>
          </a:bodyPr>
          <a:lstStyle/>
          <a:p>
            <a:pPr algn="ctr"/>
            <a:r>
              <a:rPr sz="950" b="0">
                <a:latin typeface="Calibri"/>
              </a:rPr>
              <a:t>→ acel.</a:t>
            </a:r>
          </a:p>
        </p:txBody>
      </p:sp>
      <p:sp>
        <p:nvSpPr>
          <p:cNvPr id="73" name="Rectangle 68">
            <a:extLst>
              <a:ext uri="{FF2B5EF4-FFF2-40B4-BE49-F238E27FC236}">
                <a16:creationId xmlns:a16="http://schemas.microsoft.com/office/drawing/2014/main" id="{2D2F1C66-BB38-470D-B873-5B64125B00EE}"/>
              </a:ext>
            </a:extLst>
          </p:cNvPr>
          <p:cNvSpPr/>
          <p:nvPr/>
        </p:nvSpPr>
        <p:spPr>
          <a:xfrm>
            <a:off x="10799063" y="178113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4" name="TextBox 69">
            <a:extLst>
              <a:ext uri="{FF2B5EF4-FFF2-40B4-BE49-F238E27FC236}">
                <a16:creationId xmlns:a16="http://schemas.microsoft.com/office/drawing/2014/main" id="{74316535-02BE-42BD-8ADD-28460A574682}"/>
              </a:ext>
            </a:extLst>
          </p:cNvPr>
          <p:cNvSpPr txBox="1"/>
          <p:nvPr/>
        </p:nvSpPr>
        <p:spPr>
          <a:xfrm>
            <a:off x="10826495" y="1799422"/>
            <a:ext cx="585215" cy="238527"/>
          </a:xfrm>
          <a:prstGeom prst="rect">
            <a:avLst/>
          </a:prstGeom>
          <a:noFill/>
        </p:spPr>
        <p:txBody>
          <a:bodyPr wrap="square">
            <a:spAutoFit/>
          </a:bodyPr>
          <a:lstStyle/>
          <a:p>
            <a:pPr algn="ctr"/>
            <a:r>
              <a:rPr sz="9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222690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2245192"/>
            <a:ext cx="329184" cy="238527"/>
          </a:xfrm>
          <a:prstGeom prst="rect">
            <a:avLst/>
          </a:prstGeom>
          <a:noFill/>
        </p:spPr>
        <p:txBody>
          <a:bodyPr wrap="square">
            <a:spAutoFit/>
          </a:bodyPr>
          <a:lstStyle/>
          <a:p>
            <a:pPr algn="ctr"/>
            <a:r>
              <a:rPr sz="950" b="0">
                <a:latin typeface="Calibri"/>
              </a:rPr>
              <a:t>2</a:t>
            </a:r>
          </a:p>
        </p:txBody>
      </p:sp>
      <p:sp>
        <p:nvSpPr>
          <p:cNvPr id="77" name="Rectangle 72">
            <a:extLst>
              <a:ext uri="{FF2B5EF4-FFF2-40B4-BE49-F238E27FC236}">
                <a16:creationId xmlns:a16="http://schemas.microsoft.com/office/drawing/2014/main" id="{25CBEB9A-83B4-4EB7-9EB2-97CCE78BA6FC}"/>
              </a:ext>
            </a:extLst>
          </p:cNvPr>
          <p:cNvSpPr/>
          <p:nvPr/>
        </p:nvSpPr>
        <p:spPr>
          <a:xfrm>
            <a:off x="5029200" y="222690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2245192"/>
            <a:ext cx="512064" cy="238527"/>
          </a:xfrm>
          <a:prstGeom prst="rect">
            <a:avLst/>
          </a:prstGeom>
          <a:noFill/>
        </p:spPr>
        <p:txBody>
          <a:bodyPr wrap="square">
            <a:spAutoFit/>
          </a:bodyPr>
          <a:lstStyle/>
          <a:p>
            <a:pPr algn="ctr"/>
            <a:r>
              <a:rPr sz="9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2245192"/>
            <a:ext cx="402336" cy="238527"/>
          </a:xfrm>
          <a:prstGeom prst="rect">
            <a:avLst/>
          </a:prstGeom>
          <a:noFill/>
        </p:spPr>
        <p:txBody>
          <a:bodyPr wrap="square">
            <a:spAutoFit/>
          </a:bodyPr>
          <a:lstStyle/>
          <a:p>
            <a:pPr algn="ctr"/>
            <a:r>
              <a:rPr sz="9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2245192"/>
            <a:ext cx="402336" cy="238527"/>
          </a:xfrm>
          <a:prstGeom prst="rect">
            <a:avLst/>
          </a:prstGeom>
          <a:noFill/>
        </p:spPr>
        <p:txBody>
          <a:bodyPr wrap="square">
            <a:spAutoFit/>
          </a:bodyPr>
          <a:lstStyle/>
          <a:p>
            <a:pPr algn="ctr"/>
            <a:r>
              <a:rPr sz="9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2245192"/>
            <a:ext cx="384048" cy="238527"/>
          </a:xfrm>
          <a:prstGeom prst="rect">
            <a:avLst/>
          </a:prstGeom>
          <a:noFill/>
        </p:spPr>
        <p:txBody>
          <a:bodyPr wrap="square">
            <a:spAutoFit/>
          </a:bodyPr>
          <a:lstStyle/>
          <a:p>
            <a:pPr algn="ctr"/>
            <a:r>
              <a:rPr sz="9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222690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2245192"/>
            <a:ext cx="1938528" cy="230832"/>
          </a:xfrm>
          <a:prstGeom prst="rect">
            <a:avLst/>
          </a:prstGeom>
          <a:noFill/>
        </p:spPr>
        <p:txBody>
          <a:bodyPr wrap="square">
            <a:spAutoFit/>
          </a:bodyPr>
          <a:lstStyle/>
          <a:p>
            <a:pPr algn="ctr"/>
            <a:r>
              <a:rPr sz="90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222690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2245192"/>
            <a:ext cx="493776" cy="238527"/>
          </a:xfrm>
          <a:prstGeom prst="rect">
            <a:avLst/>
          </a:prstGeom>
          <a:noFill/>
        </p:spPr>
        <p:txBody>
          <a:bodyPr wrap="square">
            <a:spAutoFit/>
          </a:bodyPr>
          <a:lstStyle/>
          <a:p>
            <a:pPr algn="ctr"/>
            <a:r>
              <a:rPr sz="9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222690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2245192"/>
            <a:ext cx="566928" cy="238527"/>
          </a:xfrm>
          <a:prstGeom prst="rect">
            <a:avLst/>
          </a:prstGeom>
          <a:noFill/>
        </p:spPr>
        <p:txBody>
          <a:bodyPr wrap="square">
            <a:spAutoFit/>
          </a:bodyPr>
          <a:lstStyle/>
          <a:p>
            <a:pPr algn="ctr"/>
            <a:r>
              <a:rPr sz="9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222690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2245192"/>
            <a:ext cx="630936" cy="238527"/>
          </a:xfrm>
          <a:prstGeom prst="rect">
            <a:avLst/>
          </a:prstGeom>
          <a:noFill/>
        </p:spPr>
        <p:txBody>
          <a:bodyPr wrap="square">
            <a:spAutoFit/>
          </a:bodyPr>
          <a:lstStyle/>
          <a:p>
            <a:pPr algn="ctr"/>
            <a:r>
              <a:rPr sz="9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222690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2245192"/>
            <a:ext cx="585215" cy="238527"/>
          </a:xfrm>
          <a:prstGeom prst="rect">
            <a:avLst/>
          </a:prstGeom>
          <a:noFill/>
        </p:spPr>
        <p:txBody>
          <a:bodyPr wrap="square">
            <a:spAutoFit/>
          </a:bodyPr>
          <a:lstStyle/>
          <a:p>
            <a:pPr algn="ctr"/>
            <a:r>
              <a:rPr sz="9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67267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690962"/>
            <a:ext cx="329184" cy="238527"/>
          </a:xfrm>
          <a:prstGeom prst="rect">
            <a:avLst/>
          </a:prstGeom>
          <a:noFill/>
        </p:spPr>
        <p:txBody>
          <a:bodyPr wrap="square">
            <a:spAutoFit/>
          </a:bodyPr>
          <a:lstStyle/>
          <a:p>
            <a:pPr algn="ctr"/>
            <a:r>
              <a:rPr sz="950" b="0">
                <a:latin typeface="Calibri"/>
              </a:rPr>
              <a:t>3</a:t>
            </a: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67267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690962"/>
            <a:ext cx="512064" cy="238527"/>
          </a:xfrm>
          <a:prstGeom prst="rect">
            <a:avLst/>
          </a:prstGeom>
          <a:noFill/>
        </p:spPr>
        <p:txBody>
          <a:bodyPr wrap="square">
            <a:spAutoFit/>
          </a:bodyPr>
          <a:lstStyle/>
          <a:p>
            <a:pPr algn="ctr"/>
            <a:r>
              <a:rPr sz="9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690962"/>
            <a:ext cx="402336" cy="238527"/>
          </a:xfrm>
          <a:prstGeom prst="rect">
            <a:avLst/>
          </a:prstGeom>
          <a:noFill/>
        </p:spPr>
        <p:txBody>
          <a:bodyPr wrap="square">
            <a:spAutoFit/>
          </a:bodyPr>
          <a:lstStyle/>
          <a:p>
            <a:pPr algn="ctr"/>
            <a:r>
              <a:rPr sz="9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690962"/>
            <a:ext cx="402336" cy="238527"/>
          </a:xfrm>
          <a:prstGeom prst="rect">
            <a:avLst/>
          </a:prstGeom>
          <a:noFill/>
        </p:spPr>
        <p:txBody>
          <a:bodyPr wrap="square">
            <a:spAutoFit/>
          </a:bodyPr>
          <a:lstStyle/>
          <a:p>
            <a:pPr algn="ctr"/>
            <a:r>
              <a:rPr sz="9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67267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690962"/>
            <a:ext cx="384048" cy="238527"/>
          </a:xfrm>
          <a:prstGeom prst="rect">
            <a:avLst/>
          </a:prstGeom>
          <a:noFill/>
        </p:spPr>
        <p:txBody>
          <a:bodyPr wrap="square">
            <a:spAutoFit/>
          </a:bodyPr>
          <a:lstStyle/>
          <a:p>
            <a:pPr algn="ctr"/>
            <a:r>
              <a:rPr sz="9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67267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690962"/>
            <a:ext cx="1938528" cy="230832"/>
          </a:xfrm>
          <a:prstGeom prst="rect">
            <a:avLst/>
          </a:prstGeom>
          <a:noFill/>
        </p:spPr>
        <p:txBody>
          <a:bodyPr wrap="square">
            <a:spAutoFit/>
          </a:bodyPr>
          <a:lstStyle/>
          <a:p>
            <a:pPr algn="ctr"/>
            <a:r>
              <a:rPr sz="900" b="0" dirty="0">
                <a:latin typeface="Calibri"/>
              </a:rPr>
              <a:t>Motor. </a:t>
            </a:r>
            <a:r>
              <a:rPr sz="900" b="0" dirty="0" err="1">
                <a:latin typeface="Calibri"/>
              </a:rPr>
              <a:t>directa</a:t>
            </a:r>
            <a:endParaRPr sz="90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67267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690962"/>
            <a:ext cx="493776" cy="238527"/>
          </a:xfrm>
          <a:prstGeom prst="rect">
            <a:avLst/>
          </a:prstGeom>
          <a:noFill/>
        </p:spPr>
        <p:txBody>
          <a:bodyPr wrap="square">
            <a:spAutoFit/>
          </a:bodyPr>
          <a:lstStyle/>
          <a:p>
            <a:pPr algn="ctr"/>
            <a:r>
              <a:rPr sz="9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67267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690962"/>
            <a:ext cx="566928" cy="238527"/>
          </a:xfrm>
          <a:prstGeom prst="rect">
            <a:avLst/>
          </a:prstGeom>
          <a:noFill/>
        </p:spPr>
        <p:txBody>
          <a:bodyPr wrap="square">
            <a:spAutoFit/>
          </a:bodyPr>
          <a:lstStyle/>
          <a:p>
            <a:pPr algn="ctr"/>
            <a:r>
              <a:rPr sz="9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67267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690962"/>
            <a:ext cx="630936" cy="238527"/>
          </a:xfrm>
          <a:prstGeom prst="rect">
            <a:avLst/>
          </a:prstGeom>
          <a:noFill/>
        </p:spPr>
        <p:txBody>
          <a:bodyPr wrap="square">
            <a:spAutoFit/>
          </a:bodyPr>
          <a:lstStyle/>
          <a:p>
            <a:pPr algn="ctr"/>
            <a:r>
              <a:rPr sz="9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67267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690962"/>
            <a:ext cx="585215" cy="238527"/>
          </a:xfrm>
          <a:prstGeom prst="rect">
            <a:avLst/>
          </a:prstGeom>
          <a:noFill/>
        </p:spPr>
        <p:txBody>
          <a:bodyPr wrap="square">
            <a:spAutoFit/>
          </a:bodyPr>
          <a:lstStyle/>
          <a:p>
            <a:pPr algn="ctr"/>
            <a:r>
              <a:rPr sz="9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311844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3136732"/>
            <a:ext cx="329184" cy="238527"/>
          </a:xfrm>
          <a:prstGeom prst="rect">
            <a:avLst/>
          </a:prstGeom>
          <a:noFill/>
        </p:spPr>
        <p:txBody>
          <a:bodyPr wrap="square">
            <a:spAutoFit/>
          </a:bodyPr>
          <a:lstStyle/>
          <a:p>
            <a:pPr algn="ctr"/>
            <a:r>
              <a:rPr sz="950" b="0">
                <a:latin typeface="Calibri"/>
              </a:rPr>
              <a:t>4</a:t>
            </a: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311844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3136732"/>
            <a:ext cx="512064" cy="238527"/>
          </a:xfrm>
          <a:prstGeom prst="rect">
            <a:avLst/>
          </a:prstGeom>
          <a:noFill/>
        </p:spPr>
        <p:txBody>
          <a:bodyPr wrap="square">
            <a:spAutoFit/>
          </a:bodyPr>
          <a:lstStyle/>
          <a:p>
            <a:pPr algn="ctr"/>
            <a:r>
              <a:rPr sz="9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3136732"/>
            <a:ext cx="402336" cy="238527"/>
          </a:xfrm>
          <a:prstGeom prst="rect">
            <a:avLst/>
          </a:prstGeom>
          <a:noFill/>
        </p:spPr>
        <p:txBody>
          <a:bodyPr wrap="square">
            <a:spAutoFit/>
          </a:bodyPr>
          <a:lstStyle/>
          <a:p>
            <a:pPr algn="ctr"/>
            <a:r>
              <a:rPr sz="9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3136732"/>
            <a:ext cx="402336" cy="238527"/>
          </a:xfrm>
          <a:prstGeom prst="rect">
            <a:avLst/>
          </a:prstGeom>
          <a:noFill/>
        </p:spPr>
        <p:txBody>
          <a:bodyPr wrap="square">
            <a:spAutoFit/>
          </a:bodyPr>
          <a:lstStyle/>
          <a:p>
            <a:pPr algn="ctr"/>
            <a:r>
              <a:rPr sz="9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3136732"/>
            <a:ext cx="384048" cy="238527"/>
          </a:xfrm>
          <a:prstGeom prst="rect">
            <a:avLst/>
          </a:prstGeom>
          <a:noFill/>
        </p:spPr>
        <p:txBody>
          <a:bodyPr wrap="square">
            <a:spAutoFit/>
          </a:bodyPr>
          <a:lstStyle/>
          <a:p>
            <a:pPr algn="ctr"/>
            <a:r>
              <a:rPr sz="9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311844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3136732"/>
            <a:ext cx="1938528" cy="230832"/>
          </a:xfrm>
          <a:prstGeom prst="rect">
            <a:avLst/>
          </a:prstGeom>
          <a:noFill/>
        </p:spPr>
        <p:txBody>
          <a:bodyPr wrap="square">
            <a:spAutoFit/>
          </a:bodyPr>
          <a:lstStyle/>
          <a:p>
            <a:pPr algn="ctr"/>
            <a:r>
              <a:rPr sz="90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311844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3136732"/>
            <a:ext cx="493776" cy="238527"/>
          </a:xfrm>
          <a:prstGeom prst="rect">
            <a:avLst/>
          </a:prstGeom>
          <a:noFill/>
        </p:spPr>
        <p:txBody>
          <a:bodyPr wrap="square">
            <a:spAutoFit/>
          </a:bodyPr>
          <a:lstStyle/>
          <a:p>
            <a:pPr algn="ctr"/>
            <a:r>
              <a:rPr sz="9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311844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3136732"/>
            <a:ext cx="566928" cy="238527"/>
          </a:xfrm>
          <a:prstGeom prst="rect">
            <a:avLst/>
          </a:prstGeom>
          <a:noFill/>
        </p:spPr>
        <p:txBody>
          <a:bodyPr wrap="square">
            <a:spAutoFit/>
          </a:bodyPr>
          <a:lstStyle/>
          <a:p>
            <a:pPr algn="ctr"/>
            <a:r>
              <a:rPr sz="9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311844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3136732"/>
            <a:ext cx="630936" cy="238527"/>
          </a:xfrm>
          <a:prstGeom prst="rect">
            <a:avLst/>
          </a:prstGeom>
          <a:noFill/>
        </p:spPr>
        <p:txBody>
          <a:bodyPr wrap="square">
            <a:spAutoFit/>
          </a:bodyPr>
          <a:lstStyle/>
          <a:p>
            <a:pPr algn="ctr"/>
            <a:r>
              <a:rPr sz="9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311844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3136732"/>
            <a:ext cx="585215" cy="238527"/>
          </a:xfrm>
          <a:prstGeom prst="rect">
            <a:avLst/>
          </a:prstGeom>
          <a:noFill/>
        </p:spPr>
        <p:txBody>
          <a:bodyPr wrap="square">
            <a:spAutoFit/>
          </a:bodyPr>
          <a:lstStyle/>
          <a:p>
            <a:pPr algn="ctr"/>
            <a:r>
              <a:rPr sz="9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56421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582501"/>
            <a:ext cx="329184" cy="238527"/>
          </a:xfrm>
          <a:prstGeom prst="rect">
            <a:avLst/>
          </a:prstGeom>
          <a:noFill/>
        </p:spPr>
        <p:txBody>
          <a:bodyPr wrap="square">
            <a:spAutoFit/>
          </a:bodyPr>
          <a:lstStyle/>
          <a:p>
            <a:pPr algn="ctr"/>
            <a:r>
              <a:rPr sz="950" b="0">
                <a:latin typeface="Calibri"/>
              </a:rPr>
              <a:t>5</a:t>
            </a: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56421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582501"/>
            <a:ext cx="512064" cy="238527"/>
          </a:xfrm>
          <a:prstGeom prst="rect">
            <a:avLst/>
          </a:prstGeom>
          <a:noFill/>
        </p:spPr>
        <p:txBody>
          <a:bodyPr wrap="square">
            <a:spAutoFit/>
          </a:bodyPr>
          <a:lstStyle/>
          <a:p>
            <a:pPr algn="ctr"/>
            <a:r>
              <a:rPr sz="9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582501"/>
            <a:ext cx="402336" cy="238527"/>
          </a:xfrm>
          <a:prstGeom prst="rect">
            <a:avLst/>
          </a:prstGeom>
          <a:noFill/>
        </p:spPr>
        <p:txBody>
          <a:bodyPr wrap="square">
            <a:spAutoFit/>
          </a:bodyPr>
          <a:lstStyle/>
          <a:p>
            <a:pPr algn="ctr"/>
            <a:r>
              <a:rPr sz="9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582501"/>
            <a:ext cx="402336" cy="238527"/>
          </a:xfrm>
          <a:prstGeom prst="rect">
            <a:avLst/>
          </a:prstGeom>
          <a:noFill/>
        </p:spPr>
        <p:txBody>
          <a:bodyPr wrap="square">
            <a:spAutoFit/>
          </a:bodyPr>
          <a:lstStyle/>
          <a:p>
            <a:pPr algn="ctr"/>
            <a:r>
              <a:rPr sz="9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56421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582501"/>
            <a:ext cx="384048" cy="238527"/>
          </a:xfrm>
          <a:prstGeom prst="rect">
            <a:avLst/>
          </a:prstGeom>
          <a:noFill/>
        </p:spPr>
        <p:txBody>
          <a:bodyPr wrap="square">
            <a:spAutoFit/>
          </a:bodyPr>
          <a:lstStyle/>
          <a:p>
            <a:pPr algn="ctr"/>
            <a:r>
              <a:rPr sz="9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56421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582501"/>
            <a:ext cx="1938528" cy="230832"/>
          </a:xfrm>
          <a:prstGeom prst="rect">
            <a:avLst/>
          </a:prstGeom>
          <a:noFill/>
        </p:spPr>
        <p:txBody>
          <a:bodyPr wrap="square">
            <a:spAutoFit/>
          </a:bodyPr>
          <a:lstStyle/>
          <a:p>
            <a:pPr algn="ctr"/>
            <a:r>
              <a:rPr sz="900" b="0">
                <a:latin typeface="Calibri"/>
              </a:rPr>
              <a:t>Fren. regen. dir. (reposo)</a:t>
            </a: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56421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582501"/>
            <a:ext cx="493776" cy="238527"/>
          </a:xfrm>
          <a:prstGeom prst="rect">
            <a:avLst/>
          </a:prstGeom>
          <a:noFill/>
        </p:spPr>
        <p:txBody>
          <a:bodyPr wrap="square">
            <a:spAutoFit/>
          </a:bodyPr>
          <a:lstStyle/>
          <a:p>
            <a:pPr algn="ctr"/>
            <a:r>
              <a:rPr sz="9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56421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582501"/>
            <a:ext cx="566928" cy="238527"/>
          </a:xfrm>
          <a:prstGeom prst="rect">
            <a:avLst/>
          </a:prstGeom>
          <a:noFill/>
        </p:spPr>
        <p:txBody>
          <a:bodyPr wrap="square">
            <a:spAutoFit/>
          </a:bodyPr>
          <a:lstStyle/>
          <a:p>
            <a:pPr algn="ctr"/>
            <a:r>
              <a:rPr sz="9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56421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582501"/>
            <a:ext cx="630936" cy="238527"/>
          </a:xfrm>
          <a:prstGeom prst="rect">
            <a:avLst/>
          </a:prstGeom>
          <a:noFill/>
        </p:spPr>
        <p:txBody>
          <a:bodyPr wrap="square">
            <a:spAutoFit/>
          </a:bodyPr>
          <a:lstStyle/>
          <a:p>
            <a:pPr algn="ctr"/>
            <a:r>
              <a:rPr sz="9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56421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582501"/>
            <a:ext cx="585215" cy="238527"/>
          </a:xfrm>
          <a:prstGeom prst="rect">
            <a:avLst/>
          </a:prstGeom>
          <a:noFill/>
        </p:spPr>
        <p:txBody>
          <a:bodyPr wrap="square">
            <a:spAutoFit/>
          </a:bodyPr>
          <a:lstStyle/>
          <a:p>
            <a:pPr algn="ctr"/>
            <a:r>
              <a:rPr sz="9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400998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4028272"/>
            <a:ext cx="329184" cy="238527"/>
          </a:xfrm>
          <a:prstGeom prst="rect">
            <a:avLst/>
          </a:prstGeom>
          <a:noFill/>
        </p:spPr>
        <p:txBody>
          <a:bodyPr wrap="square">
            <a:spAutoFit/>
          </a:bodyPr>
          <a:lstStyle/>
          <a:p>
            <a:pPr algn="ctr"/>
            <a:r>
              <a:rPr sz="950" b="0">
                <a:latin typeface="Calibri"/>
              </a:rPr>
              <a:t>6</a:t>
            </a: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400998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4028272"/>
            <a:ext cx="512064" cy="238527"/>
          </a:xfrm>
          <a:prstGeom prst="rect">
            <a:avLst/>
          </a:prstGeom>
          <a:noFill/>
        </p:spPr>
        <p:txBody>
          <a:bodyPr wrap="square">
            <a:spAutoFit/>
          </a:bodyPr>
          <a:lstStyle/>
          <a:p>
            <a:pPr algn="ctr"/>
            <a:r>
              <a:rPr sz="9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4028272"/>
            <a:ext cx="402336" cy="238527"/>
          </a:xfrm>
          <a:prstGeom prst="rect">
            <a:avLst/>
          </a:prstGeom>
          <a:noFill/>
        </p:spPr>
        <p:txBody>
          <a:bodyPr wrap="square">
            <a:spAutoFit/>
          </a:bodyPr>
          <a:lstStyle/>
          <a:p>
            <a:pPr algn="ctr"/>
            <a:r>
              <a:rPr sz="9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4028272"/>
            <a:ext cx="402336" cy="238527"/>
          </a:xfrm>
          <a:prstGeom prst="rect">
            <a:avLst/>
          </a:prstGeom>
          <a:noFill/>
        </p:spPr>
        <p:txBody>
          <a:bodyPr wrap="square">
            <a:spAutoFit/>
          </a:bodyPr>
          <a:lstStyle/>
          <a:p>
            <a:pPr algn="ctr"/>
            <a:r>
              <a:rPr sz="9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4028272"/>
            <a:ext cx="384048" cy="238527"/>
          </a:xfrm>
          <a:prstGeom prst="rect">
            <a:avLst/>
          </a:prstGeom>
          <a:noFill/>
        </p:spPr>
        <p:txBody>
          <a:bodyPr wrap="square">
            <a:spAutoFit/>
          </a:bodyPr>
          <a:lstStyle/>
          <a:p>
            <a:pPr algn="ctr"/>
            <a:r>
              <a:rPr sz="9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400998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4028272"/>
            <a:ext cx="1938528" cy="230832"/>
          </a:xfrm>
          <a:prstGeom prst="rect">
            <a:avLst/>
          </a:prstGeom>
          <a:noFill/>
        </p:spPr>
        <p:txBody>
          <a:bodyPr wrap="square">
            <a:spAutoFit/>
          </a:bodyPr>
          <a:lstStyle/>
          <a:p>
            <a:pPr algn="ctr"/>
            <a:r>
              <a:rPr sz="90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400998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4028272"/>
            <a:ext cx="493776" cy="238527"/>
          </a:xfrm>
          <a:prstGeom prst="rect">
            <a:avLst/>
          </a:prstGeom>
          <a:noFill/>
        </p:spPr>
        <p:txBody>
          <a:bodyPr wrap="square">
            <a:spAutoFit/>
          </a:bodyPr>
          <a:lstStyle/>
          <a:p>
            <a:pPr algn="ctr"/>
            <a:r>
              <a:rPr sz="9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400998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4028272"/>
            <a:ext cx="566928" cy="238527"/>
          </a:xfrm>
          <a:prstGeom prst="rect">
            <a:avLst/>
          </a:prstGeom>
          <a:noFill/>
        </p:spPr>
        <p:txBody>
          <a:bodyPr wrap="square">
            <a:spAutoFit/>
          </a:bodyPr>
          <a:lstStyle/>
          <a:p>
            <a:pPr algn="ctr"/>
            <a:r>
              <a:rPr sz="9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400998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4028272"/>
            <a:ext cx="630936" cy="238527"/>
          </a:xfrm>
          <a:prstGeom prst="rect">
            <a:avLst/>
          </a:prstGeom>
          <a:noFill/>
        </p:spPr>
        <p:txBody>
          <a:bodyPr wrap="square">
            <a:spAutoFit/>
          </a:bodyPr>
          <a:lstStyle/>
          <a:p>
            <a:pPr algn="ctr"/>
            <a:r>
              <a:rPr sz="9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400998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4028272"/>
            <a:ext cx="585215" cy="238527"/>
          </a:xfrm>
          <a:prstGeom prst="rect">
            <a:avLst/>
          </a:prstGeom>
          <a:noFill/>
        </p:spPr>
        <p:txBody>
          <a:bodyPr wrap="square">
            <a:spAutoFit/>
          </a:bodyPr>
          <a:lstStyle/>
          <a:p>
            <a:pPr algn="ctr"/>
            <a:r>
              <a:rPr sz="9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45575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474041"/>
            <a:ext cx="329184" cy="238527"/>
          </a:xfrm>
          <a:prstGeom prst="rect">
            <a:avLst/>
          </a:prstGeom>
          <a:noFill/>
        </p:spPr>
        <p:txBody>
          <a:bodyPr wrap="square">
            <a:spAutoFit/>
          </a:bodyPr>
          <a:lstStyle/>
          <a:p>
            <a:pPr algn="ctr"/>
            <a:r>
              <a:rPr sz="950" b="0">
                <a:latin typeface="Calibri"/>
              </a:rPr>
              <a:t>7</a:t>
            </a: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45575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474041"/>
            <a:ext cx="512064" cy="238527"/>
          </a:xfrm>
          <a:prstGeom prst="rect">
            <a:avLst/>
          </a:prstGeom>
          <a:noFill/>
        </p:spPr>
        <p:txBody>
          <a:bodyPr wrap="square">
            <a:spAutoFit/>
          </a:bodyPr>
          <a:lstStyle/>
          <a:p>
            <a:pPr algn="ctr"/>
            <a:r>
              <a:rPr sz="9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474041"/>
            <a:ext cx="402336" cy="238527"/>
          </a:xfrm>
          <a:prstGeom prst="rect">
            <a:avLst/>
          </a:prstGeom>
          <a:noFill/>
        </p:spPr>
        <p:txBody>
          <a:bodyPr wrap="square">
            <a:spAutoFit/>
          </a:bodyPr>
          <a:lstStyle/>
          <a:p>
            <a:pPr algn="ctr"/>
            <a:r>
              <a:rPr sz="9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474041"/>
            <a:ext cx="402336" cy="238527"/>
          </a:xfrm>
          <a:prstGeom prst="rect">
            <a:avLst/>
          </a:prstGeom>
          <a:noFill/>
        </p:spPr>
        <p:txBody>
          <a:bodyPr wrap="square">
            <a:spAutoFit/>
          </a:bodyPr>
          <a:lstStyle/>
          <a:p>
            <a:pPr algn="ctr"/>
            <a:r>
              <a:rPr sz="9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474041"/>
            <a:ext cx="384048" cy="238527"/>
          </a:xfrm>
          <a:prstGeom prst="rect">
            <a:avLst/>
          </a:prstGeom>
          <a:noFill/>
        </p:spPr>
        <p:txBody>
          <a:bodyPr wrap="square">
            <a:spAutoFit/>
          </a:bodyPr>
          <a:lstStyle/>
          <a:p>
            <a:pPr algn="ctr"/>
            <a:r>
              <a:rPr sz="9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45575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474041"/>
            <a:ext cx="1938528" cy="230832"/>
          </a:xfrm>
          <a:prstGeom prst="rect">
            <a:avLst/>
          </a:prstGeom>
          <a:noFill/>
        </p:spPr>
        <p:txBody>
          <a:bodyPr wrap="square">
            <a:spAutoFit/>
          </a:bodyPr>
          <a:lstStyle/>
          <a:p>
            <a:pPr algn="ctr"/>
            <a:r>
              <a:rPr sz="90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45575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474041"/>
            <a:ext cx="493776" cy="238527"/>
          </a:xfrm>
          <a:prstGeom prst="rect">
            <a:avLst/>
          </a:prstGeom>
          <a:noFill/>
        </p:spPr>
        <p:txBody>
          <a:bodyPr wrap="square">
            <a:spAutoFit/>
          </a:bodyPr>
          <a:lstStyle/>
          <a:p>
            <a:pPr algn="ctr"/>
            <a:r>
              <a:rPr sz="9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45575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474041"/>
            <a:ext cx="566928" cy="238527"/>
          </a:xfrm>
          <a:prstGeom prst="rect">
            <a:avLst/>
          </a:prstGeom>
          <a:noFill/>
        </p:spPr>
        <p:txBody>
          <a:bodyPr wrap="square">
            <a:spAutoFit/>
          </a:bodyPr>
          <a:lstStyle/>
          <a:p>
            <a:pPr algn="ctr"/>
            <a:r>
              <a:rPr sz="9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45575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474041"/>
            <a:ext cx="630936" cy="238527"/>
          </a:xfrm>
          <a:prstGeom prst="rect">
            <a:avLst/>
          </a:prstGeom>
          <a:noFill/>
        </p:spPr>
        <p:txBody>
          <a:bodyPr wrap="square">
            <a:spAutoFit/>
          </a:bodyPr>
          <a:lstStyle/>
          <a:p>
            <a:pPr algn="ctr"/>
            <a:r>
              <a:rPr sz="9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45575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474041"/>
            <a:ext cx="585215" cy="238527"/>
          </a:xfrm>
          <a:prstGeom prst="rect">
            <a:avLst/>
          </a:prstGeom>
          <a:noFill/>
        </p:spPr>
        <p:txBody>
          <a:bodyPr wrap="square">
            <a:spAutoFit/>
          </a:bodyPr>
          <a:lstStyle/>
          <a:p>
            <a:pPr algn="ctr"/>
            <a:r>
              <a:rPr sz="9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90152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919812"/>
            <a:ext cx="329184" cy="238527"/>
          </a:xfrm>
          <a:prstGeom prst="rect">
            <a:avLst/>
          </a:prstGeom>
          <a:noFill/>
        </p:spPr>
        <p:txBody>
          <a:bodyPr wrap="square">
            <a:spAutoFit/>
          </a:bodyPr>
          <a:lstStyle/>
          <a:p>
            <a:pPr algn="ctr"/>
            <a:r>
              <a:rPr sz="950" b="0">
                <a:latin typeface="Calibri"/>
              </a:rPr>
              <a:t>8</a:t>
            </a: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90152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919812"/>
            <a:ext cx="512064" cy="238527"/>
          </a:xfrm>
          <a:prstGeom prst="rect">
            <a:avLst/>
          </a:prstGeom>
          <a:noFill/>
        </p:spPr>
        <p:txBody>
          <a:bodyPr wrap="square">
            <a:spAutoFit/>
          </a:bodyPr>
          <a:lstStyle/>
          <a:p>
            <a:pPr algn="ctr"/>
            <a:r>
              <a:rPr sz="9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919812"/>
            <a:ext cx="402336" cy="238527"/>
          </a:xfrm>
          <a:prstGeom prst="rect">
            <a:avLst/>
          </a:prstGeom>
          <a:noFill/>
        </p:spPr>
        <p:txBody>
          <a:bodyPr wrap="square">
            <a:spAutoFit/>
          </a:bodyPr>
          <a:lstStyle/>
          <a:p>
            <a:pPr algn="ctr"/>
            <a:r>
              <a:rPr sz="9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919812"/>
            <a:ext cx="402336" cy="238527"/>
          </a:xfrm>
          <a:prstGeom prst="rect">
            <a:avLst/>
          </a:prstGeom>
          <a:noFill/>
        </p:spPr>
        <p:txBody>
          <a:bodyPr wrap="square">
            <a:spAutoFit/>
          </a:bodyPr>
          <a:lstStyle/>
          <a:p>
            <a:pPr algn="ctr"/>
            <a:r>
              <a:rPr sz="9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90152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919812"/>
            <a:ext cx="384048" cy="238527"/>
          </a:xfrm>
          <a:prstGeom prst="rect">
            <a:avLst/>
          </a:prstGeom>
          <a:noFill/>
        </p:spPr>
        <p:txBody>
          <a:bodyPr wrap="square">
            <a:spAutoFit/>
          </a:bodyPr>
          <a:lstStyle/>
          <a:p>
            <a:pPr algn="ctr"/>
            <a:r>
              <a:rPr sz="9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90152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919812"/>
            <a:ext cx="1938528" cy="230832"/>
          </a:xfrm>
          <a:prstGeom prst="rect">
            <a:avLst/>
          </a:prstGeom>
          <a:noFill/>
        </p:spPr>
        <p:txBody>
          <a:bodyPr wrap="square">
            <a:spAutoFit/>
          </a:bodyPr>
          <a:lstStyle/>
          <a:p>
            <a:pPr algn="ctr"/>
            <a:r>
              <a:rPr sz="90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90152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919812"/>
            <a:ext cx="493776" cy="238527"/>
          </a:xfrm>
          <a:prstGeom prst="rect">
            <a:avLst/>
          </a:prstGeom>
          <a:noFill/>
        </p:spPr>
        <p:txBody>
          <a:bodyPr wrap="square">
            <a:spAutoFit/>
          </a:bodyPr>
          <a:lstStyle/>
          <a:p>
            <a:pPr algn="ctr"/>
            <a:r>
              <a:rPr sz="9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90152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919812"/>
            <a:ext cx="566928" cy="238527"/>
          </a:xfrm>
          <a:prstGeom prst="rect">
            <a:avLst/>
          </a:prstGeom>
          <a:noFill/>
        </p:spPr>
        <p:txBody>
          <a:bodyPr wrap="square">
            <a:spAutoFit/>
          </a:bodyPr>
          <a:lstStyle/>
          <a:p>
            <a:pPr algn="ctr"/>
            <a:r>
              <a:rPr sz="9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90152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919812"/>
            <a:ext cx="630936" cy="238527"/>
          </a:xfrm>
          <a:prstGeom prst="rect">
            <a:avLst/>
          </a:prstGeom>
          <a:noFill/>
        </p:spPr>
        <p:txBody>
          <a:bodyPr wrap="square">
            <a:spAutoFit/>
          </a:bodyPr>
          <a:lstStyle/>
          <a:p>
            <a:pPr algn="ctr"/>
            <a:r>
              <a:rPr sz="9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90152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919812"/>
            <a:ext cx="585215" cy="238527"/>
          </a:xfrm>
          <a:prstGeom prst="rect">
            <a:avLst/>
          </a:prstGeom>
          <a:noFill/>
        </p:spPr>
        <p:txBody>
          <a:bodyPr wrap="square">
            <a:spAutoFit/>
          </a:bodyPr>
          <a:lstStyle/>
          <a:p>
            <a:pPr algn="ctr"/>
            <a:r>
              <a:rPr sz="9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534729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5365582"/>
            <a:ext cx="329184" cy="238527"/>
          </a:xfrm>
          <a:prstGeom prst="rect">
            <a:avLst/>
          </a:prstGeom>
          <a:noFill/>
        </p:spPr>
        <p:txBody>
          <a:bodyPr wrap="square">
            <a:spAutoFit/>
          </a:bodyPr>
          <a:lstStyle/>
          <a:p>
            <a:pPr algn="ctr"/>
            <a:r>
              <a:rPr sz="950" b="0">
                <a:latin typeface="Calibri"/>
              </a:rPr>
              <a:t>9</a:t>
            </a: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534729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5365582"/>
            <a:ext cx="512064" cy="238527"/>
          </a:xfrm>
          <a:prstGeom prst="rect">
            <a:avLst/>
          </a:prstGeom>
          <a:noFill/>
        </p:spPr>
        <p:txBody>
          <a:bodyPr wrap="square">
            <a:spAutoFit/>
          </a:bodyPr>
          <a:lstStyle/>
          <a:p>
            <a:pPr algn="ctr"/>
            <a:r>
              <a:rPr sz="9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5365582"/>
            <a:ext cx="402336" cy="238527"/>
          </a:xfrm>
          <a:prstGeom prst="rect">
            <a:avLst/>
          </a:prstGeom>
          <a:noFill/>
        </p:spPr>
        <p:txBody>
          <a:bodyPr wrap="square">
            <a:spAutoFit/>
          </a:bodyPr>
          <a:lstStyle/>
          <a:p>
            <a:pPr algn="ctr"/>
            <a:r>
              <a:rPr sz="9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5365582"/>
            <a:ext cx="402336" cy="238527"/>
          </a:xfrm>
          <a:prstGeom prst="rect">
            <a:avLst/>
          </a:prstGeom>
          <a:noFill/>
        </p:spPr>
        <p:txBody>
          <a:bodyPr wrap="square">
            <a:spAutoFit/>
          </a:bodyPr>
          <a:lstStyle/>
          <a:p>
            <a:pPr algn="ctr"/>
            <a:r>
              <a:rPr sz="9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534729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5365582"/>
            <a:ext cx="384048" cy="238527"/>
          </a:xfrm>
          <a:prstGeom prst="rect">
            <a:avLst/>
          </a:prstGeom>
          <a:noFill/>
        </p:spPr>
        <p:txBody>
          <a:bodyPr wrap="square">
            <a:spAutoFit/>
          </a:bodyPr>
          <a:lstStyle/>
          <a:p>
            <a:pPr algn="ctr"/>
            <a:r>
              <a:rPr sz="9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534729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5365582"/>
            <a:ext cx="1938528" cy="230832"/>
          </a:xfrm>
          <a:prstGeom prst="rect">
            <a:avLst/>
          </a:prstGeom>
          <a:noFill/>
        </p:spPr>
        <p:txBody>
          <a:bodyPr wrap="square">
            <a:spAutoFit/>
          </a:bodyPr>
          <a:lstStyle/>
          <a:p>
            <a:pPr algn="ctr"/>
            <a:r>
              <a:rPr sz="90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534729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5365582"/>
            <a:ext cx="493776" cy="238527"/>
          </a:xfrm>
          <a:prstGeom prst="rect">
            <a:avLst/>
          </a:prstGeom>
          <a:noFill/>
        </p:spPr>
        <p:txBody>
          <a:bodyPr wrap="square">
            <a:spAutoFit/>
          </a:bodyPr>
          <a:lstStyle/>
          <a:p>
            <a:pPr algn="ctr"/>
            <a:r>
              <a:rPr sz="9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534729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5365582"/>
            <a:ext cx="566928" cy="238527"/>
          </a:xfrm>
          <a:prstGeom prst="rect">
            <a:avLst/>
          </a:prstGeom>
          <a:noFill/>
        </p:spPr>
        <p:txBody>
          <a:bodyPr wrap="square">
            <a:spAutoFit/>
          </a:bodyPr>
          <a:lstStyle/>
          <a:p>
            <a:pPr algn="ctr"/>
            <a:r>
              <a:rPr sz="9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534729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5365582"/>
            <a:ext cx="630936" cy="238527"/>
          </a:xfrm>
          <a:prstGeom prst="rect">
            <a:avLst/>
          </a:prstGeom>
          <a:noFill/>
        </p:spPr>
        <p:txBody>
          <a:bodyPr wrap="square">
            <a:spAutoFit/>
          </a:bodyPr>
          <a:lstStyle/>
          <a:p>
            <a:pPr algn="ctr"/>
            <a:r>
              <a:rPr sz="9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534729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5365582"/>
            <a:ext cx="585215" cy="238527"/>
          </a:xfrm>
          <a:prstGeom prst="rect">
            <a:avLst/>
          </a:prstGeom>
          <a:noFill/>
        </p:spPr>
        <p:txBody>
          <a:bodyPr wrap="square">
            <a:spAutoFit/>
          </a:bodyPr>
          <a:lstStyle/>
          <a:p>
            <a:pPr algn="ctr"/>
            <a:r>
              <a:rPr sz="9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7930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811352"/>
            <a:ext cx="329184" cy="238527"/>
          </a:xfrm>
          <a:prstGeom prst="rect">
            <a:avLst/>
          </a:prstGeom>
          <a:noFill/>
        </p:spPr>
        <p:txBody>
          <a:bodyPr wrap="square">
            <a:spAutoFit/>
          </a:bodyPr>
          <a:lstStyle/>
          <a:p>
            <a:pPr algn="ctr"/>
            <a:r>
              <a:rPr sz="950" b="0">
                <a:latin typeface="Calibri"/>
              </a:rPr>
              <a:t>10</a:t>
            </a: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7930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811352"/>
            <a:ext cx="512064" cy="238527"/>
          </a:xfrm>
          <a:prstGeom prst="rect">
            <a:avLst/>
          </a:prstGeom>
          <a:noFill/>
        </p:spPr>
        <p:txBody>
          <a:bodyPr wrap="square">
            <a:spAutoFit/>
          </a:bodyPr>
          <a:lstStyle/>
          <a:p>
            <a:pPr algn="ctr"/>
            <a:r>
              <a:rPr sz="9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811352"/>
            <a:ext cx="402336" cy="238527"/>
          </a:xfrm>
          <a:prstGeom prst="rect">
            <a:avLst/>
          </a:prstGeom>
          <a:noFill/>
        </p:spPr>
        <p:txBody>
          <a:bodyPr wrap="square">
            <a:spAutoFit/>
          </a:bodyPr>
          <a:lstStyle/>
          <a:p>
            <a:pPr algn="ctr"/>
            <a:r>
              <a:rPr sz="9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811352"/>
            <a:ext cx="402336" cy="238527"/>
          </a:xfrm>
          <a:prstGeom prst="rect">
            <a:avLst/>
          </a:prstGeom>
          <a:noFill/>
        </p:spPr>
        <p:txBody>
          <a:bodyPr wrap="square">
            <a:spAutoFit/>
          </a:bodyPr>
          <a:lstStyle/>
          <a:p>
            <a:pPr algn="ctr"/>
            <a:r>
              <a:rPr sz="9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79306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811352"/>
            <a:ext cx="384048" cy="238527"/>
          </a:xfrm>
          <a:prstGeom prst="rect">
            <a:avLst/>
          </a:prstGeom>
          <a:noFill/>
        </p:spPr>
        <p:txBody>
          <a:bodyPr wrap="square">
            <a:spAutoFit/>
          </a:bodyPr>
          <a:lstStyle/>
          <a:p>
            <a:pPr algn="ctr"/>
            <a:r>
              <a:rPr sz="9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7930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811352"/>
            <a:ext cx="1938528" cy="230832"/>
          </a:xfrm>
          <a:prstGeom prst="rect">
            <a:avLst/>
          </a:prstGeom>
          <a:noFill/>
        </p:spPr>
        <p:txBody>
          <a:bodyPr wrap="square">
            <a:spAutoFit/>
          </a:bodyPr>
          <a:lstStyle/>
          <a:p>
            <a:pPr algn="ctr"/>
            <a:r>
              <a:rPr sz="90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7930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811352"/>
            <a:ext cx="493776" cy="238527"/>
          </a:xfrm>
          <a:prstGeom prst="rect">
            <a:avLst/>
          </a:prstGeom>
          <a:noFill/>
        </p:spPr>
        <p:txBody>
          <a:bodyPr wrap="square">
            <a:spAutoFit/>
          </a:bodyPr>
          <a:lstStyle/>
          <a:p>
            <a:pPr algn="ctr"/>
            <a:r>
              <a:rPr sz="9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7930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811352"/>
            <a:ext cx="566928" cy="238527"/>
          </a:xfrm>
          <a:prstGeom prst="rect">
            <a:avLst/>
          </a:prstGeom>
          <a:noFill/>
        </p:spPr>
        <p:txBody>
          <a:bodyPr wrap="square">
            <a:spAutoFit/>
          </a:bodyPr>
          <a:lstStyle/>
          <a:p>
            <a:pPr algn="ctr"/>
            <a:r>
              <a:rPr sz="9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7930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811352"/>
            <a:ext cx="630936" cy="238527"/>
          </a:xfrm>
          <a:prstGeom prst="rect">
            <a:avLst/>
          </a:prstGeom>
          <a:noFill/>
        </p:spPr>
        <p:txBody>
          <a:bodyPr wrap="square">
            <a:spAutoFit/>
          </a:bodyPr>
          <a:lstStyle/>
          <a:p>
            <a:pPr algn="ctr"/>
            <a:r>
              <a:rPr sz="9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7930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811352"/>
            <a:ext cx="585215" cy="238527"/>
          </a:xfrm>
          <a:prstGeom prst="rect">
            <a:avLst/>
          </a:prstGeom>
          <a:noFill/>
        </p:spPr>
        <p:txBody>
          <a:bodyPr wrap="square">
            <a:spAutoFit/>
          </a:bodyPr>
          <a:lstStyle/>
          <a:p>
            <a:pPr algn="ctr"/>
            <a:r>
              <a:rPr sz="9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1990078" y="383515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1990078" y="3835153"/>
                <a:ext cx="3613212" cy="262059"/>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5"/>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8370" y="1486499"/>
            <a:ext cx="7356628" cy="2348654"/>
          </a:xfrm>
          <a:prstGeom prst="rect">
            <a:avLst/>
          </a:prstGeom>
          <a:noFill/>
          <a:ln>
            <a:noFill/>
          </a:ln>
        </p:spPr>
      </p:pic>
      <p:pic>
        <p:nvPicPr>
          <p:cNvPr id="12" name="Imagen 11">
            <a:extLst>
              <a:ext uri="{FF2B5EF4-FFF2-40B4-BE49-F238E27FC236}">
                <a16:creationId xmlns:a16="http://schemas.microsoft.com/office/drawing/2014/main" id="{8F9EA927-07BE-4441-976A-0DA54EBF50EA}"/>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554245" y="3925209"/>
            <a:ext cx="7519385" cy="2318361"/>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7749318" y="1855894"/>
                <a:ext cx="4442377" cy="523220"/>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7749318" y="1855894"/>
                <a:ext cx="4442377" cy="523220"/>
              </a:xfrm>
              <a:prstGeom prst="rect">
                <a:avLst/>
              </a:prstGeom>
              <a:blipFill>
                <a:blip r:embed="rId8"/>
                <a:stretch>
                  <a:fillRect l="-412" t="-1163" b="-11628"/>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b="0" i="1">
                            <a:latin typeface="Cambria Math" panose="02040503050406030204" pitchFamily="18" charset="0"/>
                            <a:ea typeface="Calibri" panose="020F0502020204030204" pitchFamily="34" charset="0"/>
                            <a:cs typeface="Times New Roman" panose="02020603050405020304" pitchFamily="18" charset="0"/>
                          </a:rPr>
                          <m:t>𝜔</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MX" sz="1600" dirty="0"/>
                  <a:t> en régimen; picos de Tm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338554"/>
          </a:xfrm>
          <a:prstGeom prst="rect">
            <a:avLst/>
          </a:prstGeom>
          <a:noFill/>
        </p:spPr>
        <p:txBody>
          <a:bodyPr wrap="square">
            <a:spAutoFit/>
          </a:bodyPr>
          <a:lstStyle/>
          <a:p>
            <a:pPr algn="l"/>
            <a:r>
              <a:rPr lang="es-AR" sz="1600" b="0" i="0"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genera consignas de torque para seguir la referencia de posición/velocidad. Genera las consignas de torque necesarias para seguir la referencia deseada, las cuales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genera las consignas de torque necesarias para que el sistema siga un perfil de posición o velocidad especificado.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688154"/>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688154"/>
              </a:xfrm>
              <a:prstGeom prst="rect">
                <a:avLst/>
              </a:prstGeom>
              <a:blipFill>
                <a:blip r:embed="rId2"/>
                <a:stretch>
                  <a:fillRect l="-155" t="-361" r="-155"/>
                </a:stretch>
              </a:blipFill>
            </p:spPr>
            <p:txBody>
              <a:bodyPr/>
              <a:lstStyle/>
              <a:p>
                <a:r>
                  <a:rPr lang="es-AR">
                    <a:noFill/>
                  </a:rPr>
                  <a:t> </a:t>
                </a:r>
              </a:p>
            </p:txBody>
          </p:sp>
        </mc:Fallback>
      </mc:AlternateContent>
      <p:sp>
        <p:nvSpPr>
          <p:cNvPr id="11" name="Rectangle 10"/>
          <p:cNvSpPr/>
          <p:nvPr/>
        </p:nvSpPr>
        <p:spPr>
          <a:xfrm>
            <a:off x="274320" y="2064145"/>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365760" y="223025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365760" y="223025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030997"/>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030997"/>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231727" y="3571397"/>
                <a:ext cx="11765280" cy="743537"/>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a:t>
                </a: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231727" y="3571397"/>
                <a:ext cx="11765280" cy="743537"/>
              </a:xfrm>
              <a:prstGeom prst="rect">
                <a:avLst/>
              </a:prstGeom>
              <a:blipFill>
                <a:blip r:embed="rId5"/>
                <a:stretch>
                  <a:fillRect l="-155" t="-1639"/>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143382"/>
            <a:ext cx="11222677" cy="2365341"/>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187520"/>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187520"/>
                <a:ext cx="2798083" cy="2330766"/>
              </a:xfrm>
              <a:prstGeom prst="rect">
                <a:avLst/>
              </a:prstGeom>
              <a:blipFill>
                <a:blip r:embed="rId6"/>
                <a:stretch>
                  <a:fillRect l="-8061" r="-719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64322"/>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64322"/>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 </a:t>
                </a:r>
                <a14:m>
                  <m:oMath xmlns:m="http://schemas.openxmlformats.org/officeDocument/2006/math">
                    <m:r>
                      <a:rPr lang="es-AR" sz="1400" b="0" i="1" smtClean="0">
                        <a:latin typeface="Cambria Math" panose="02040503050406030204" pitchFamily="18" charset="0"/>
                      </a:rPr>
                      <m:t>𝑖</m:t>
                    </m:r>
                    <m:d>
                      <m:dPr>
                        <m:ctrlPr>
                          <a:rPr lang="es-AR" sz="1400" i="1">
                            <a:latin typeface="Cambria Math" panose="02040503050406030204" pitchFamily="18" charset="0"/>
                          </a:rPr>
                        </m:ctrlPr>
                      </m:dPr>
                      <m:e>
                        <m:r>
                          <a:rPr lang="es-AR" sz="1400" b="0" i="1" smtClean="0">
                            <a:latin typeface="Cambria Math" panose="02040503050406030204" pitchFamily="18" charset="0"/>
                          </a:rPr>
                          <m:t>𝑡</m:t>
                        </m:r>
                      </m:e>
                    </m:d>
                    <m:r>
                      <a:rPr lang="es-AR" sz="1400" b="0" i="1" smtClean="0">
                        <a:latin typeface="Cambria Math" panose="02040503050406030204" pitchFamily="18" charset="0"/>
                      </a:rPr>
                      <m:t>=</m:t>
                    </m:r>
                    <m:r>
                      <a:rPr lang="es-AR" sz="1400" b="0" i="1" smtClean="0">
                        <a:latin typeface="Cambria Math" panose="02040503050406030204" pitchFamily="18" charset="0"/>
                      </a:rPr>
                      <m:t>𝑖</m:t>
                    </m:r>
                    <m:r>
                      <a:rPr lang="es-AR" sz="1400" b="0" i="1" smtClean="0">
                        <a:latin typeface="Cambria Math" panose="02040503050406030204" pitchFamily="18" charset="0"/>
                      </a:rPr>
                      <m:t>∗</m:t>
                    </m:r>
                    <m:d>
                      <m:dPr>
                        <m:ctrlPr>
                          <a:rPr lang="es-AR" sz="1400" i="1">
                            <a:latin typeface="Cambria Math" panose="02040503050406030204" pitchFamily="18" charset="0"/>
                          </a:rPr>
                        </m:ctrlPr>
                      </m:dPr>
                      <m:e>
                        <m:r>
                          <a:rPr lang="es-AR" sz="1400" b="0" i="1" smtClean="0">
                            <a:latin typeface="Cambria Math" panose="02040503050406030204" pitchFamily="18" charset="0"/>
                          </a:rPr>
                          <m:t>𝑡</m:t>
                        </m:r>
                      </m:e>
                    </m:d>
                  </m:oMath>
                </a14:m>
                <a:endParaRPr lang="es-AR" sz="1400"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418004" y="833373"/>
            <a:ext cx="5760853" cy="3250355"/>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extLst>
              <a:ext uri="{28A0092B-C50C-407E-A947-70E740481C1C}">
                <a14:useLocalDpi xmlns:a14="http://schemas.microsoft.com/office/drawing/2010/main" val="0"/>
              </a:ext>
            </a:extLst>
          </a:blip>
          <a:stretch>
            <a:fillRect/>
          </a:stretch>
        </p:blipFill>
        <p:spPr>
          <a:xfrm>
            <a:off x="4970934" y="3726998"/>
            <a:ext cx="7150636" cy="2462157"/>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mc:Choice xmlns:a14="http://schemas.microsoft.com/office/drawing/2010/main"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rPr>
                      <m:t>𝑥</m:t>
                    </m:r>
                    <m:d>
                      <m:dPr>
                        <m:ctrlPr>
                          <a:rPr lang="ar-AE" sz="1400" i="1">
                            <a:solidFill>
                              <a:schemeClr val="tx1"/>
                            </a:solidFill>
                          </a:rPr>
                        </m:ctrlPr>
                      </m:dPr>
                      <m:e>
                        <m:r>
                          <a:rPr lang="ar-AE" sz="1400" i="1">
                            <a:solidFill>
                              <a:schemeClr val="tx1"/>
                            </a:solidFill>
                          </a:rPr>
                          <m:t>𝑡</m:t>
                        </m:r>
                      </m:e>
                    </m:d>
                    <m:r>
                      <a:rPr lang="ar-AE" sz="1400" i="1">
                        <a:solidFill>
                          <a:schemeClr val="tx1"/>
                        </a:solidFill>
                      </a:rPr>
                      <m:t>=</m:t>
                    </m:r>
                    <m:d>
                      <m:dPr>
                        <m:begChr m:val="["/>
                        <m:endChr m:val="]"/>
                        <m:ctrlPr>
                          <a:rPr lang="ar-AE" sz="1400" i="1">
                            <a:solidFill>
                              <a:schemeClr val="tx1"/>
                            </a:solidFill>
                          </a:rPr>
                        </m:ctrlPr>
                      </m:dPr>
                      <m:e>
                        <m:m>
                          <m:mPr>
                            <m:mcs>
                              <m:mc>
                                <m:mcPr>
                                  <m:count m:val="1"/>
                                  <m:mcJc m:val="center"/>
                                </m:mcPr>
                              </m:mc>
                            </m:mcs>
                            <m:ctrlPr>
                              <a:rPr lang="ar-AE" sz="1400" i="1">
                                <a:solidFill>
                                  <a:schemeClr val="tx1"/>
                                </a:solidFill>
                              </a:rPr>
                            </m:ctrlPr>
                          </m:mPr>
                          <m:mr>
                            <m:e>
                              <m:sSub>
                                <m:sSubPr>
                                  <m:ctrlPr>
                                    <a:rPr lang="ar-AE" sz="1400" i="1">
                                      <a:solidFill>
                                        <a:schemeClr val="tx1"/>
                                      </a:solidFill>
                                    </a:rPr>
                                  </m:ctrlPr>
                                </m:sSubPr>
                                <m:e>
                                  <m:r>
                                    <a:rPr lang="ar-AE" sz="1400" i="1">
                                      <a:solidFill>
                                        <a:schemeClr val="tx1"/>
                                      </a:solidFill>
                                    </a:rPr>
                                    <m:t>𝜃</m:t>
                                  </m:r>
                                </m:e>
                                <m:sub>
                                  <m:r>
                                    <a:rPr lang="ar-AE" sz="1400" i="1">
                                      <a:solidFill>
                                        <a:schemeClr val="tx1"/>
                                      </a:solidFill>
                                    </a:rPr>
                                    <m:t>𝑚</m:t>
                                  </m:r>
                                </m:sub>
                              </m:sSub>
                              <m:d>
                                <m:dPr>
                                  <m:ctrlPr>
                                    <a:rPr lang="ar-AE" sz="1400" i="1">
                                      <a:solidFill>
                                        <a:schemeClr val="tx1"/>
                                      </a:solidFill>
                                    </a:rPr>
                                  </m:ctrlPr>
                                </m:dPr>
                                <m:e>
                                  <m:r>
                                    <a:rPr lang="ar-AE" sz="1400" i="1">
                                      <a:solidFill>
                                        <a:schemeClr val="tx1"/>
                                      </a:solidFill>
                                    </a:rPr>
                                    <m:t>𝑡</m:t>
                                  </m:r>
                                </m:e>
                              </m:d>
                            </m:e>
                          </m:mr>
                          <m:mr>
                            <m:e>
                              <m:sSub>
                                <m:sSubPr>
                                  <m:ctrlPr>
                                    <a:rPr lang="ar-AE" sz="1400" i="1">
                                      <a:solidFill>
                                        <a:schemeClr val="tx1"/>
                                      </a:solidFill>
                                    </a:rPr>
                                  </m:ctrlPr>
                                </m:sSubPr>
                                <m:e>
                                  <m:r>
                                    <a:rPr lang="ar-AE" sz="1400" i="1">
                                      <a:solidFill>
                                        <a:schemeClr val="tx1"/>
                                      </a:solidFill>
                                    </a:rPr>
                                    <m:t>𝜔</m:t>
                                  </m:r>
                                </m:e>
                                <m:sub>
                                  <m:r>
                                    <a:rPr lang="ar-AE" sz="1400" i="1">
                                      <a:solidFill>
                                        <a:schemeClr val="tx1"/>
                                      </a:solidFill>
                                    </a:rPr>
                                    <m:t>𝑚</m:t>
                                  </m:r>
                                </m:sub>
                              </m:sSub>
                              <m:d>
                                <m:dPr>
                                  <m:ctrlPr>
                                    <a:rPr lang="ar-AE" sz="1400" i="1">
                                      <a:solidFill>
                                        <a:schemeClr val="tx1"/>
                                      </a:solidFill>
                                    </a:rPr>
                                  </m:ctrlPr>
                                </m:dPr>
                                <m:e>
                                  <m:r>
                                    <a:rPr lang="ar-AE" sz="1400" i="1">
                                      <a:solidFill>
                                        <a:schemeClr val="tx1"/>
                                      </a:solidFill>
                                    </a:rPr>
                                    <m:t>𝑡</m:t>
                                  </m:r>
                                </m:e>
                              </m:d>
                            </m:e>
                          </m:mr>
                        </m:m>
                      </m:e>
                    </m:d>
                    <m:r>
                      <a:rPr lang="ar-AE" sz="1400" i="1">
                        <a:solidFill>
                          <a:schemeClr val="tx1"/>
                        </a:solidFill>
                      </a:rPr>
                      <m:t>,</m:t>
                    </m:r>
                    <m:r>
                      <a:rPr lang="ar-AE" sz="1400" i="1">
                        <a:solidFill>
                          <a:schemeClr val="tx1"/>
                        </a:solidFill>
                      </a:rPr>
                      <m:t>𝐴</m:t>
                    </m:r>
                    <m:r>
                      <a:rPr lang="ar-AE" sz="1400" i="1">
                        <a:solidFill>
                          <a:schemeClr val="tx1"/>
                        </a:solidFill>
                      </a:rPr>
                      <m:t>=</m:t>
                    </m:r>
                    <m:d>
                      <m:dPr>
                        <m:begChr m:val="["/>
                        <m:endChr m:val="]"/>
                        <m:ctrlPr>
                          <a:rPr lang="ar-AE" sz="1400" i="1">
                            <a:solidFill>
                              <a:schemeClr val="tx1"/>
                            </a:solidFill>
                          </a:rPr>
                        </m:ctrlPr>
                      </m:dPr>
                      <m:e>
                        <m:m>
                          <m:mPr>
                            <m:mcs>
                              <m:mc>
                                <m:mcPr>
                                  <m:count m:val="2"/>
                                  <m:mcJc m:val="center"/>
                                </m:mcPr>
                              </m:mc>
                            </m:mcs>
                            <m:ctrlPr>
                              <a:rPr lang="ar-AE" sz="1400" i="1">
                                <a:solidFill>
                                  <a:schemeClr val="tx1"/>
                                </a:solidFill>
                              </a:rPr>
                            </m:ctrlPr>
                          </m:mPr>
                          <m:mr>
                            <m:e>
                              <m:r>
                                <a:rPr lang="ar-AE" sz="1400" i="1">
                                  <a:solidFill>
                                    <a:schemeClr val="tx1"/>
                                  </a:solidFill>
                                </a:rPr>
                                <m:t>0</m:t>
                              </m:r>
                            </m:e>
                            <m:e>
                              <m:r>
                                <a:rPr lang="ar-AE" sz="1400" i="1">
                                  <a:solidFill>
                                    <a:schemeClr val="tx1"/>
                                  </a:solidFill>
                                </a:rPr>
                                <m:t>1</m:t>
                              </m:r>
                            </m:e>
                          </m:mr>
                          <m:mr>
                            <m:e>
                              <m:r>
                                <a:rPr lang="ar-AE" sz="1400" i="1">
                                  <a:solidFill>
                                    <a:schemeClr val="tx1"/>
                                  </a:solidFill>
                                </a:rPr>
                                <m:t>0</m:t>
                              </m:r>
                            </m:e>
                            <m:e>
                              <m:r>
                                <a:rPr lang="ar-AE" sz="1400" i="1">
                                  <a:solidFill>
                                    <a:schemeClr val="tx1"/>
                                  </a:solidFill>
                                </a:rPr>
                                <m:t>0</m:t>
                              </m:r>
                            </m:e>
                          </m:mr>
                        </m:m>
                      </m:e>
                    </m:d>
                    <m:r>
                      <a:rPr lang="ar-AE" sz="1400" i="1">
                        <a:solidFill>
                          <a:schemeClr val="tx1"/>
                        </a:solidFill>
                      </a:rPr>
                      <m:t>,</m:t>
                    </m:r>
                    <m:sSub>
                      <m:sSubPr>
                        <m:ctrlPr>
                          <a:rPr lang="ar-AE" sz="1400" i="1">
                            <a:solidFill>
                              <a:schemeClr val="tx1"/>
                            </a:solidFill>
                          </a:rPr>
                        </m:ctrlPr>
                      </m:sSubPr>
                      <m:e>
                        <m:r>
                          <a:rPr lang="es-MX" sz="1400" b="0" i="1" smtClean="0">
                            <a:solidFill>
                              <a:schemeClr val="tx1"/>
                            </a:solidFill>
                            <a:latin typeface="Cambria Math" panose="02040503050406030204" pitchFamily="18" charset="0"/>
                          </a:rPr>
                          <m:t>   </m:t>
                        </m:r>
                        <m:r>
                          <a:rPr lang="ar-AE" sz="1400" i="1">
                            <a:solidFill>
                              <a:schemeClr val="tx1"/>
                            </a:solidFill>
                          </a:rPr>
                          <m:t>𝐵</m:t>
                        </m:r>
                      </m:e>
                      <m:sub>
                        <m:r>
                          <a:rPr lang="ar-AE" sz="1400" i="1">
                            <a:solidFill>
                              <a:schemeClr val="tx1"/>
                            </a:solidFill>
                          </a:rPr>
                          <m:t>𝑐</m:t>
                        </m:r>
                      </m:sub>
                    </m:sSub>
                    <m:r>
                      <a:rPr lang="ar-AE" sz="1400" i="1">
                        <a:solidFill>
                          <a:schemeClr val="tx1"/>
                        </a:solidFill>
                      </a:rPr>
                      <m:t>=</m:t>
                    </m:r>
                    <m:d>
                      <m:dPr>
                        <m:begChr m:val="["/>
                        <m:endChr m:val="]"/>
                        <m:ctrlPr>
                          <a:rPr lang="ar-AE" sz="1400" i="1">
                            <a:solidFill>
                              <a:schemeClr val="tx1"/>
                            </a:solidFill>
                          </a:rPr>
                        </m:ctrlPr>
                      </m:dPr>
                      <m:e>
                        <m:m>
                          <m:mPr>
                            <m:mcs>
                              <m:mc>
                                <m:mcPr>
                                  <m:count m:val="1"/>
                                  <m:mcJc m:val="center"/>
                                </m:mcPr>
                              </m:mc>
                            </m:mcs>
                            <m:ctrlPr>
                              <a:rPr lang="ar-AE" sz="1400" i="1">
                                <a:solidFill>
                                  <a:schemeClr val="tx1"/>
                                </a:solidFill>
                              </a:rPr>
                            </m:ctrlPr>
                          </m:mPr>
                          <m:mr>
                            <m:e>
                              <m:r>
                                <a:rPr lang="ar-AE" sz="1400" i="1">
                                  <a:solidFill>
                                    <a:schemeClr val="tx1"/>
                                  </a:solidFill>
                                </a:rPr>
                                <m:t>0</m:t>
                              </m:r>
                            </m:e>
                          </m:mr>
                          <m:mr>
                            <m:e>
                              <m:box>
                                <m:boxPr>
                                  <m:ctrlPr>
                                    <a:rPr lang="ar-AE" sz="1400" i="1">
                                      <a:solidFill>
                                        <a:schemeClr val="tx1"/>
                                      </a:solidFill>
                                    </a:rPr>
                                  </m:ctrlPr>
                                </m:boxPr>
                                <m:e>
                                  <m:argPr>
                                    <m:argSz m:val="-1"/>
                                  </m:argPr>
                                  <m:f>
                                    <m:fPr>
                                      <m:ctrlPr>
                                        <a:rPr lang="ar-AE" sz="1400" i="1">
                                          <a:solidFill>
                                            <a:schemeClr val="tx1"/>
                                          </a:solidFill>
                                        </a:rPr>
                                      </m:ctrlPr>
                                    </m:fPr>
                                    <m:num>
                                      <m:r>
                                        <a:rPr lang="ar-AE" sz="1400" i="1">
                                          <a:solidFill>
                                            <a:schemeClr val="tx1"/>
                                          </a:solidFill>
                                        </a:rPr>
                                        <m:t>1</m:t>
                                      </m:r>
                                    </m:num>
                                    <m:den>
                                      <m:sSub>
                                        <m:sSubPr>
                                          <m:ctrlPr>
                                            <a:rPr lang="ar-AE" sz="1400" i="1">
                                              <a:solidFill>
                                                <a:schemeClr val="tx1"/>
                                              </a:solidFill>
                                            </a:rPr>
                                          </m:ctrlPr>
                                        </m:sSubPr>
                                        <m:e>
                                          <m:r>
                                            <a:rPr lang="ar-AE" sz="1400" i="1">
                                              <a:solidFill>
                                                <a:schemeClr val="tx1"/>
                                              </a:solidFill>
                                            </a:rPr>
                                            <m:t>𝐽</m:t>
                                          </m:r>
                                        </m:e>
                                        <m:sub>
                                          <m:r>
                                            <a:rPr lang="ar-AE" sz="1400" i="1">
                                              <a:solidFill>
                                                <a:schemeClr val="tx1"/>
                                              </a:solidFill>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rPr>
                        </m:ctrlPr>
                      </m:sSubPr>
                      <m:e>
                        <m:r>
                          <a:rPr lang="es-MX" sz="1400" b="0" i="1" smtClean="0">
                            <a:solidFill>
                              <a:schemeClr val="tx1"/>
                            </a:solidFill>
                            <a:latin typeface="Cambria Math" panose="02040503050406030204" pitchFamily="18" charset="0"/>
                          </a:rPr>
                          <m:t>   </m:t>
                        </m:r>
                        <m:r>
                          <a:rPr lang="ar-AE" sz="1400" i="1">
                            <a:solidFill>
                              <a:schemeClr val="tx1"/>
                            </a:solidFill>
                          </a:rPr>
                          <m:t>𝐵</m:t>
                        </m:r>
                      </m:e>
                      <m:sub>
                        <m:r>
                          <a:rPr lang="ar-AE" sz="1400" i="1">
                            <a:solidFill>
                              <a:schemeClr val="tx1"/>
                            </a:solidFill>
                          </a:rPr>
                          <m:t>𝑑</m:t>
                        </m:r>
                      </m:sub>
                    </m:sSub>
                    <m:r>
                      <a:rPr lang="ar-AE" sz="1400" i="1">
                        <a:solidFill>
                          <a:schemeClr val="tx1"/>
                        </a:solidFill>
                      </a:rPr>
                      <m:t>=</m:t>
                    </m:r>
                    <m:d>
                      <m:dPr>
                        <m:begChr m:val="["/>
                        <m:endChr m:val="]"/>
                        <m:ctrlPr>
                          <a:rPr lang="ar-AE" sz="1400" i="1">
                            <a:solidFill>
                              <a:schemeClr val="tx1"/>
                            </a:solidFill>
                          </a:rPr>
                        </m:ctrlPr>
                      </m:dPr>
                      <m:e>
                        <m:m>
                          <m:mPr>
                            <m:mcs>
                              <m:mc>
                                <m:mcPr>
                                  <m:count m:val="1"/>
                                  <m:mcJc m:val="center"/>
                                </m:mcPr>
                              </m:mc>
                            </m:mcs>
                            <m:ctrlPr>
                              <a:rPr lang="ar-AE" sz="1400" i="1">
                                <a:solidFill>
                                  <a:schemeClr val="tx1"/>
                                </a:solidFill>
                              </a:rPr>
                            </m:ctrlPr>
                          </m:mPr>
                          <m:mr>
                            <m:e>
                              <m:r>
                                <a:rPr lang="ar-AE" sz="1400" i="1">
                                  <a:solidFill>
                                    <a:schemeClr val="tx1"/>
                                  </a:solidFill>
                                </a:rPr>
                                <m:t>0</m:t>
                              </m:r>
                            </m:e>
                          </m:mr>
                          <m:mr>
                            <m:e>
                              <m:r>
                                <a:rPr lang="ar-AE" sz="1400" i="1">
                                  <a:solidFill>
                                    <a:schemeClr val="tx1"/>
                                  </a:solidFill>
                                </a:rPr>
                                <m:t>−</m:t>
                              </m:r>
                              <m:box>
                                <m:boxPr>
                                  <m:ctrlPr>
                                    <a:rPr lang="ar-AE" sz="1400" i="1">
                                      <a:solidFill>
                                        <a:schemeClr val="tx1"/>
                                      </a:solidFill>
                                    </a:rPr>
                                  </m:ctrlPr>
                                </m:boxPr>
                                <m:e>
                                  <m:argPr>
                                    <m:argSz m:val="-1"/>
                                  </m:argPr>
                                  <m:f>
                                    <m:fPr>
                                      <m:ctrlPr>
                                        <a:rPr lang="ar-AE" sz="1400" i="1">
                                          <a:solidFill>
                                            <a:schemeClr val="tx1"/>
                                          </a:solidFill>
                                        </a:rPr>
                                      </m:ctrlPr>
                                    </m:fPr>
                                    <m:num>
                                      <m:r>
                                        <a:rPr lang="ar-AE" sz="1400" i="1">
                                          <a:solidFill>
                                            <a:schemeClr val="tx1"/>
                                          </a:solidFill>
                                        </a:rPr>
                                        <m:t>1</m:t>
                                      </m:r>
                                    </m:num>
                                    <m:den>
                                      <m:sSub>
                                        <m:sSubPr>
                                          <m:ctrlPr>
                                            <a:rPr lang="ar-AE" sz="1400" i="1">
                                              <a:solidFill>
                                                <a:schemeClr val="tx1"/>
                                              </a:solidFill>
                                            </a:rPr>
                                          </m:ctrlPr>
                                        </m:sSubPr>
                                        <m:e>
                                          <m:r>
                                            <a:rPr lang="ar-AE" sz="1400" i="1">
                                              <a:solidFill>
                                                <a:schemeClr val="tx1"/>
                                              </a:solidFill>
                                            </a:rPr>
                                            <m:t>𝑟𝐽</m:t>
                                          </m:r>
                                        </m:e>
                                        <m:sub>
                                          <m:r>
                                            <a:rPr lang="ar-AE" sz="1400" i="1">
                                              <a:solidFill>
                                                <a:schemeClr val="tx1"/>
                                              </a:solidFill>
                                            </a:rPr>
                                            <m:t>𝑒𝑞</m:t>
                                          </m:r>
                                        </m:sub>
                                      </m:sSub>
                                    </m:den>
                                  </m:f>
                                </m:e>
                              </m:box>
                            </m:e>
                          </m:mr>
                        </m:m>
                      </m:e>
                    </m:d>
                    <m:r>
                      <a:rPr lang="ar-AE" sz="1400" i="1">
                        <a:solidFill>
                          <a:schemeClr val="tx1"/>
                        </a:solidFill>
                      </a:rPr>
                      <m:t>,  </m:t>
                    </m:r>
                    <m:r>
                      <a:rPr lang="ar-AE" sz="1400" i="1">
                        <a:solidFill>
                          <a:schemeClr val="tx1"/>
                        </a:solidFill>
                      </a:rPr>
                      <m:t>𝐶</m:t>
                    </m:r>
                    <m:r>
                      <a:rPr lang="ar-AE" sz="1400" i="1">
                        <a:solidFill>
                          <a:schemeClr val="tx1"/>
                        </a:solidFill>
                      </a:rPr>
                      <m:t>=</m:t>
                    </m:r>
                    <m:d>
                      <m:dPr>
                        <m:begChr m:val="["/>
                        <m:endChr m:val="]"/>
                        <m:ctrlPr>
                          <a:rPr lang="ar-AE" sz="1400" i="1">
                            <a:solidFill>
                              <a:schemeClr val="tx1"/>
                            </a:solidFill>
                          </a:rPr>
                        </m:ctrlPr>
                      </m:dPr>
                      <m:e>
                        <m:m>
                          <m:mPr>
                            <m:mcs>
                              <m:mc>
                                <m:mcPr>
                                  <m:count m:val="2"/>
                                  <m:mcJc m:val="center"/>
                                </m:mcPr>
                              </m:mc>
                            </m:mcs>
                            <m:ctrlPr>
                              <a:rPr lang="ar-AE" sz="1400" i="1">
                                <a:solidFill>
                                  <a:schemeClr val="tx1"/>
                                </a:solidFill>
                              </a:rPr>
                            </m:ctrlPr>
                          </m:mPr>
                          <m:mr>
                            <m:e>
                              <m:r>
                                <a:rPr lang="ar-AE" sz="1400" i="1">
                                  <a:solidFill>
                                    <a:schemeClr val="tx1"/>
                                  </a:solidFill>
                                </a:rPr>
                                <m:t>1</m:t>
                              </m:r>
                            </m:e>
                            <m:e>
                              <m:r>
                                <a:rPr lang="ar-AE" sz="1400" i="1">
                                  <a:solidFill>
                                    <a:schemeClr val="tx1"/>
                                  </a:solidFill>
                                </a:rPr>
                                <m:t>0</m:t>
                              </m:r>
                            </m:e>
                          </m:mr>
                        </m:m>
                      </m:e>
                    </m:d>
                    <m:r>
                      <a:rPr lang="ar-AE" sz="1400" i="1">
                        <a:solidFill>
                          <a:schemeClr val="tx1"/>
                        </a:solidFill>
                      </a:rPr>
                      <m:t>,  </m:t>
                    </m:r>
                    <m:r>
                      <a:rPr lang="es-MX" sz="1400" b="0" i="1" smtClean="0">
                        <a:solidFill>
                          <a:schemeClr val="tx1"/>
                        </a:solidFill>
                        <a:latin typeface="Cambria Math" panose="02040503050406030204" pitchFamily="18" charset="0"/>
                      </a:rPr>
                      <m:t>  </m:t>
                    </m:r>
                    <m:r>
                      <a:rPr lang="ar-AE" sz="1400" i="1">
                        <a:solidFill>
                          <a:schemeClr val="tx1"/>
                        </a:solidFill>
                      </a:rPr>
                      <m:t>𝑢</m:t>
                    </m:r>
                    <m:d>
                      <m:dPr>
                        <m:ctrlPr>
                          <a:rPr lang="ar-AE" sz="1400" i="1">
                            <a:solidFill>
                              <a:schemeClr val="tx1"/>
                            </a:solidFill>
                          </a:rPr>
                        </m:ctrlPr>
                      </m:dPr>
                      <m:e>
                        <m:r>
                          <a:rPr lang="ar-AE" sz="1400" i="1">
                            <a:solidFill>
                              <a:schemeClr val="tx1"/>
                            </a:solidFill>
                          </a:rPr>
                          <m:t>𝑡</m:t>
                        </m:r>
                      </m:e>
                    </m:d>
                    <m:r>
                      <a:rPr lang="ar-AE" sz="1400" i="1">
                        <a:solidFill>
                          <a:schemeClr val="tx1"/>
                        </a:solidFill>
                      </a:rPr>
                      <m:t>=</m:t>
                    </m:r>
                    <m:sSubSup>
                      <m:sSubSupPr>
                        <m:ctrlPr>
                          <a:rPr lang="ar-AE" sz="1400" i="1">
                            <a:solidFill>
                              <a:schemeClr val="tx1"/>
                            </a:solidFill>
                          </a:rPr>
                        </m:ctrlPr>
                      </m:sSubSupPr>
                      <m:e>
                        <m:r>
                          <a:rPr lang="ar-AE" sz="1400" i="1">
                            <a:solidFill>
                              <a:schemeClr val="tx1"/>
                            </a:solidFill>
                          </a:rPr>
                          <m:t>𝑇</m:t>
                        </m:r>
                      </m:e>
                      <m:sub>
                        <m:r>
                          <a:rPr lang="ar-AE" sz="1400" i="1">
                            <a:solidFill>
                              <a:schemeClr val="tx1"/>
                            </a:solidFill>
                          </a:rPr>
                          <m:t>𝑚</m:t>
                        </m:r>
                      </m:sub>
                      <m:sup>
                        <m:sSup>
                          <m:sSupPr>
                            <m:ctrlPr>
                              <a:rPr lang="ar-AE" sz="1400" i="1">
                                <a:solidFill>
                                  <a:schemeClr val="tx1"/>
                                </a:solidFill>
                              </a:rPr>
                            </m:ctrlPr>
                          </m:sSupPr>
                          <m:e>
                            <m:r>
                              <a:rPr lang="ar-AE" sz="1400" i="1">
                                <a:solidFill>
                                  <a:schemeClr val="tx1"/>
                                </a:solidFill>
                              </a:rPr>
                              <m:t>∗</m:t>
                            </m:r>
                          </m:e>
                          <m:sup>
                            <m:r>
                              <a:rPr lang="ar-AE" sz="1400" i="1">
                                <a:solidFill>
                                  <a:schemeClr val="tx1"/>
                                </a:solidFill>
                              </a:rPr>
                              <m:t>′</m:t>
                            </m:r>
                          </m:sup>
                        </m:sSup>
                      </m:sup>
                    </m:sSubSup>
                    <m:d>
                      <m:dPr>
                        <m:ctrlPr>
                          <a:rPr lang="ar-AE" sz="1400" i="1">
                            <a:solidFill>
                              <a:schemeClr val="tx1"/>
                            </a:solidFill>
                          </a:rPr>
                        </m:ctrlPr>
                      </m:dPr>
                      <m:e>
                        <m:r>
                          <a:rPr lang="ar-AE" sz="1400" i="1">
                            <a:solidFill>
                              <a:schemeClr val="tx1"/>
                            </a:solidFill>
                          </a:rPr>
                          <m:t>𝑡</m:t>
                        </m:r>
                      </m:e>
                    </m:d>
                    <m:r>
                      <a:rPr lang="ar-AE" sz="1400" i="1">
                        <a:solidFill>
                          <a:schemeClr val="tx1"/>
                        </a:solidFill>
                      </a:rPr>
                      <m:t>,  </m:t>
                    </m:r>
                    <m:r>
                      <a:rPr lang="es-MX" sz="1400" b="0" i="1" smtClean="0">
                        <a:solidFill>
                          <a:schemeClr val="tx1"/>
                        </a:solidFill>
                        <a:latin typeface="Cambria Math" panose="02040503050406030204" pitchFamily="18" charset="0"/>
                      </a:rPr>
                      <m:t>  </m:t>
                    </m:r>
                    <m:r>
                      <a:rPr lang="ar-AE" sz="1400" i="1">
                        <a:solidFill>
                          <a:schemeClr val="tx1"/>
                        </a:solidFill>
                      </a:rPr>
                      <m:t>𝑑</m:t>
                    </m:r>
                    <m:d>
                      <m:dPr>
                        <m:ctrlPr>
                          <a:rPr lang="ar-AE" sz="1400" i="1">
                            <a:solidFill>
                              <a:schemeClr val="tx1"/>
                            </a:solidFill>
                          </a:rPr>
                        </m:ctrlPr>
                      </m:dPr>
                      <m:e>
                        <m:r>
                          <a:rPr lang="ar-AE" sz="1400" i="1">
                            <a:solidFill>
                              <a:schemeClr val="tx1"/>
                            </a:solidFill>
                          </a:rPr>
                          <m:t>𝑡</m:t>
                        </m:r>
                      </m:e>
                    </m:d>
                    <m:r>
                      <a:rPr lang="ar-AE" sz="1400" i="1">
                        <a:solidFill>
                          <a:schemeClr val="tx1"/>
                        </a:solidFill>
                      </a:rPr>
                      <m:t>=</m:t>
                    </m:r>
                    <m:sSub>
                      <m:sSubPr>
                        <m:ctrlPr>
                          <a:rPr lang="ar-AE" sz="1400" i="1">
                            <a:solidFill>
                              <a:schemeClr val="tx1"/>
                            </a:solidFill>
                          </a:rPr>
                        </m:ctrlPr>
                      </m:sSubPr>
                      <m:e>
                        <m:r>
                          <a:rPr lang="ar-AE" sz="1400" i="1">
                            <a:solidFill>
                              <a:schemeClr val="tx1"/>
                            </a:solidFill>
                          </a:rPr>
                          <m:t>𝑇</m:t>
                        </m:r>
                      </m:e>
                      <m:sub>
                        <m:r>
                          <a:rPr lang="ar-AE" sz="1400" i="1">
                            <a:solidFill>
                              <a:schemeClr val="tx1"/>
                            </a:solidFill>
                          </a:rPr>
                          <m:t>𝑙𝑑</m:t>
                        </m:r>
                      </m:sub>
                    </m:sSub>
                    <m:d>
                      <m:dPr>
                        <m:ctrlPr>
                          <a:rPr lang="ar-AE" sz="1400" i="1">
                            <a:solidFill>
                              <a:schemeClr val="tx1"/>
                            </a:solidFill>
                          </a:rPr>
                        </m:ctrlPr>
                      </m:dPr>
                      <m:e>
                        <m:r>
                          <a:rPr lang="ar-AE" sz="1400" i="1">
                            <a:solidFill>
                              <a:schemeClr val="tx1"/>
                            </a:solidFill>
                          </a:rPr>
                          <m:t>𝑡</m:t>
                        </m:r>
                      </m:e>
                    </m:d>
                  </m:oMath>
                </a14:m>
                <a:endParaRPr lang="ar-AE" sz="1400" b="1" dirty="0">
                  <a:solidFill>
                    <a:schemeClr val="tx1"/>
                  </a:solidFill>
                  <a:latin typeface="Calibri"/>
                </a:endParaRPr>
              </a:p>
            </p:txBody>
          </p:sp>
        </mc:Choice>
        <mc:Fallback>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rPr>
                        </m:ctrlPr>
                      </m:sSubPr>
                      <m:e>
                        <m:r>
                          <a:rPr lang="ar-AE" sz="1400" i="1">
                            <a:solidFill>
                              <a:schemeClr val="tx1"/>
                            </a:solidFill>
                          </a:rPr>
                          <m:t>𝐾</m:t>
                        </m:r>
                      </m:e>
                      <m:sub>
                        <m:r>
                          <a:rPr lang="ar-AE" sz="1400" i="1">
                            <a:solidFill>
                              <a:schemeClr val="tx1"/>
                            </a:solidFill>
                          </a:rPr>
                          <m:t>𝑒</m:t>
                        </m:r>
                      </m:sub>
                    </m:sSub>
                    <m:r>
                      <a:rPr lang="ar-AE" sz="1400" i="1">
                        <a:solidFill>
                          <a:schemeClr val="tx1"/>
                        </a:solidFill>
                      </a:rPr>
                      <m:t>=</m:t>
                    </m:r>
                    <m:d>
                      <m:dPr>
                        <m:begChr m:val="["/>
                        <m:endChr m:val="]"/>
                        <m:ctrlPr>
                          <a:rPr lang="ar-AE" sz="1400" i="1">
                            <a:solidFill>
                              <a:schemeClr val="tx1"/>
                            </a:solidFill>
                          </a:rPr>
                        </m:ctrlPr>
                      </m:dPr>
                      <m:e>
                        <m:m>
                          <m:mPr>
                            <m:mcs>
                              <m:mc>
                                <m:mcPr>
                                  <m:count m:val="1"/>
                                  <m:mcJc m:val="center"/>
                                </m:mcPr>
                              </m:mc>
                            </m:mcs>
                            <m:ctrlPr>
                              <a:rPr lang="ar-AE" sz="1400" i="1">
                                <a:solidFill>
                                  <a:schemeClr val="tx1"/>
                                </a:solidFill>
                              </a:rPr>
                            </m:ctrlPr>
                          </m:mPr>
                          <m:mr>
                            <m:e>
                              <m:sSub>
                                <m:sSubPr>
                                  <m:ctrlPr>
                                    <a:rPr lang="ar-AE" sz="1400" i="1">
                                      <a:solidFill>
                                        <a:schemeClr val="tx1"/>
                                      </a:solidFill>
                                    </a:rPr>
                                  </m:ctrlPr>
                                </m:sSubPr>
                                <m:e>
                                  <m:r>
                                    <a:rPr lang="ar-AE" sz="1400" i="1">
                                      <a:solidFill>
                                        <a:schemeClr val="tx1"/>
                                      </a:solidFill>
                                    </a:rPr>
                                    <m:t>𝑘</m:t>
                                  </m:r>
                                </m:e>
                                <m:sub>
                                  <m:r>
                                    <a:rPr lang="ar-AE" sz="1400" i="1">
                                      <a:solidFill>
                                        <a:schemeClr val="tx1"/>
                                      </a:solidFill>
                                    </a:rPr>
                                    <m:t>𝜃</m:t>
                                  </m:r>
                                </m:sub>
                              </m:sSub>
                            </m:e>
                          </m:mr>
                          <m:mr>
                            <m:e>
                              <m:sSub>
                                <m:sSubPr>
                                  <m:ctrlPr>
                                    <a:rPr lang="ar-AE" sz="1400" i="1">
                                      <a:solidFill>
                                        <a:schemeClr val="tx1"/>
                                      </a:solidFill>
                                    </a:rPr>
                                  </m:ctrlPr>
                                </m:sSubPr>
                                <m:e>
                                  <m:r>
                                    <a:rPr lang="ar-AE" sz="1400" i="1">
                                      <a:solidFill>
                                        <a:schemeClr val="tx1"/>
                                      </a:solidFill>
                                    </a:rPr>
                                    <m:t>𝑘</m:t>
                                  </m:r>
                                </m:e>
                                <m:sub>
                                  <m:r>
                                    <a:rPr lang="ar-AE" sz="1400" i="1">
                                      <a:solidFill>
                                        <a:schemeClr val="tx1"/>
                                      </a:solidFill>
                                    </a:rPr>
                                    <m:t>𝜔</m:t>
                                  </m:r>
                                </m:sub>
                              </m:sSub>
                            </m:e>
                          </m:mr>
                        </m:m>
                      </m:e>
                    </m:d>
                  </m:oMath>
                </a14:m>
                <a:endParaRPr lang="ar-AE" sz="1400" b="1" dirty="0">
                  <a:solidFill>
                    <a:schemeClr val="tx1"/>
                  </a:solidFill>
                  <a:latin typeface="Calibri"/>
                </a:endParaRPr>
              </a:p>
            </p:txBody>
          </p:sp>
        </mc:Choice>
        <mc:Fallback>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m:ctrlPr>
                      </m:dPr>
                      <m:e>
                        <m:m>
                          <m:mPr>
                            <m:mcs>
                              <m:mc>
                                <m:mcPr>
                                  <m:count m:val="1"/>
                                  <m:mcJc m:val="center"/>
                                </m:mcPr>
                              </m:mc>
                            </m:mcs>
                            <m:ctrlPr>
                              <a:rPr lang="es-AR" sz="1400" i="1" smtClean="0"/>
                            </m:ctrlPr>
                          </m:mPr>
                          <m:mr>
                            <m:e>
                              <m:acc>
                                <m:accPr>
                                  <m:chr m:val="̇"/>
                                  <m:ctrlPr>
                                    <a:rPr lang="es-AR" sz="1400" i="1"/>
                                  </m:ctrlPr>
                                </m:accPr>
                                <m:e>
                                  <m:acc>
                                    <m:accPr>
                                      <m:chr m:val="̃"/>
                                      <m:ctrlPr>
                                        <a:rPr lang="es-AR" sz="1400" i="1"/>
                                      </m:ctrlPr>
                                    </m:accPr>
                                    <m:e>
                                      <m:r>
                                        <a:rPr lang="es-AR" sz="1400" i="1"/>
                                        <m:t>𝑥</m:t>
                                      </m:r>
                                    </m:e>
                                  </m:acc>
                                </m:e>
                              </m:acc>
                              <m:d>
                                <m:dPr>
                                  <m:ctrlPr>
                                    <a:rPr lang="es-AR" sz="1400" i="1"/>
                                  </m:ctrlPr>
                                </m:dPr>
                                <m:e>
                                  <m:r>
                                    <a:rPr lang="es-AR" sz="1400" i="1"/>
                                    <m:t>𝑡</m:t>
                                  </m:r>
                                </m:e>
                              </m:d>
                              <m:r>
                                <a:rPr lang="es-AR" sz="1400" i="1"/>
                                <m:t>=</m:t>
                              </m:r>
                              <m:d>
                                <m:dPr>
                                  <m:ctrlPr>
                                    <a:rPr lang="es-AR" sz="1400" i="1"/>
                                  </m:ctrlPr>
                                </m:dPr>
                                <m:e>
                                  <m:r>
                                    <a:rPr lang="es-AR" sz="1400" i="1"/>
                                    <m:t>𝐴</m:t>
                                  </m:r>
                                  <m:r>
                                    <a:rPr lang="es-AR" sz="1400" i="1"/>
                                    <m:t>−</m:t>
                                  </m:r>
                                  <m:sSub>
                                    <m:sSubPr>
                                      <m:ctrlPr>
                                        <a:rPr lang="es-AR" sz="1400" i="1"/>
                                      </m:ctrlPr>
                                    </m:sSubPr>
                                    <m:e>
                                      <m:r>
                                        <a:rPr lang="es-AR" sz="1400" i="1"/>
                                        <m:t>𝐾</m:t>
                                      </m:r>
                                    </m:e>
                                    <m:sub>
                                      <m:r>
                                        <a:rPr lang="es-AR" sz="1400" i="1"/>
                                        <m:t>𝑒</m:t>
                                      </m:r>
                                    </m:sub>
                                  </m:sSub>
                                  <m:r>
                                    <a:rPr lang="es-AR" sz="1400" i="1"/>
                                    <m:t>𝐶</m:t>
                                  </m:r>
                                </m:e>
                              </m:d>
                              <m:acc>
                                <m:accPr>
                                  <m:chr m:val="̃"/>
                                  <m:ctrlPr>
                                    <a:rPr lang="es-AR" sz="1400" i="1"/>
                                  </m:ctrlPr>
                                </m:accPr>
                                <m:e>
                                  <m:r>
                                    <a:rPr lang="es-AR" sz="1400" i="1"/>
                                    <m:t>𝑥</m:t>
                                  </m:r>
                                </m:e>
                              </m:acc>
                              <m:d>
                                <m:dPr>
                                  <m:ctrlPr>
                                    <a:rPr lang="es-AR" sz="1400" i="1"/>
                                  </m:ctrlPr>
                                </m:dPr>
                                <m:e>
                                  <m:r>
                                    <a:rPr lang="es-AR" sz="1400" i="1"/>
                                    <m:t>𝑡</m:t>
                                  </m:r>
                                </m:e>
                              </m:d>
                              <m:r>
                                <a:rPr lang="es-AR" sz="1400" i="1"/>
                                <m:t>+</m:t>
                              </m:r>
                              <m:sSub>
                                <m:sSubPr>
                                  <m:ctrlPr>
                                    <a:rPr lang="es-AR" sz="1400" i="1"/>
                                  </m:ctrlPr>
                                </m:sSubPr>
                                <m:e>
                                  <m:r>
                                    <a:rPr lang="es-AR" sz="1400" i="1"/>
                                    <m:t>𝐵</m:t>
                                  </m:r>
                                </m:e>
                                <m:sub>
                                  <m:r>
                                    <a:rPr lang="es-AR" sz="1400" i="1"/>
                                    <m:t>𝑐</m:t>
                                  </m:r>
                                </m:sub>
                              </m:sSub>
                              <m:r>
                                <a:rPr lang="es-AR" sz="1400" i="1"/>
                                <m:t> </m:t>
                              </m:r>
                              <m:r>
                                <a:rPr lang="es-AR" sz="1400" i="1"/>
                                <m:t>𝑢</m:t>
                              </m:r>
                              <m:d>
                                <m:dPr>
                                  <m:ctrlPr>
                                    <a:rPr lang="es-AR" sz="1400" i="1"/>
                                  </m:ctrlPr>
                                </m:dPr>
                                <m:e>
                                  <m:r>
                                    <a:rPr lang="es-AR" sz="1400" i="1"/>
                                    <m:t>𝑡</m:t>
                                  </m:r>
                                </m:e>
                              </m:d>
                              <m:r>
                                <a:rPr lang="es-AR" sz="1400" i="1"/>
                                <m:t>+</m:t>
                              </m:r>
                              <m:sSub>
                                <m:sSubPr>
                                  <m:ctrlPr>
                                    <a:rPr lang="es-AR" sz="1400" i="1"/>
                                  </m:ctrlPr>
                                </m:sSubPr>
                                <m:e>
                                  <m:r>
                                    <a:rPr lang="es-AR" sz="1400" i="1"/>
                                    <m:t>𝐾</m:t>
                                  </m:r>
                                </m:e>
                                <m:sub>
                                  <m:r>
                                    <a:rPr lang="es-AR" sz="1400" i="1"/>
                                    <m:t>𝑒</m:t>
                                  </m:r>
                                </m:sub>
                              </m:sSub>
                              <m:r>
                                <a:rPr lang="es-AR" sz="1400" i="1"/>
                                <m:t>𝐶𝑥</m:t>
                              </m:r>
                              <m:d>
                                <m:dPr>
                                  <m:ctrlPr>
                                    <a:rPr lang="es-AR" sz="1400" i="1"/>
                                  </m:ctrlPr>
                                </m:dPr>
                                <m:e>
                                  <m:r>
                                    <a:rPr lang="es-AR" sz="1400" i="1"/>
                                    <m:t>𝑡</m:t>
                                  </m:r>
                                </m:e>
                              </m:d>
                              <m:r>
                                <a:rPr lang="es-AR" sz="1400" i="1"/>
                                <m:t> </m:t>
                              </m:r>
                            </m:e>
                          </m:mr>
                          <m:mr>
                            <m:e>
                              <m:acc>
                                <m:accPr>
                                  <m:chr m:val="̃"/>
                                  <m:ctrlPr>
                                    <a:rPr lang="es-AR" sz="1400" i="1"/>
                                  </m:ctrlPr>
                                </m:accPr>
                                <m:e>
                                  <m:r>
                                    <a:rPr lang="es-AR" sz="1400" i="1"/>
                                    <m:t>𝑦</m:t>
                                  </m:r>
                                </m:e>
                              </m:acc>
                              <m:d>
                                <m:dPr>
                                  <m:ctrlPr>
                                    <a:rPr lang="es-AR" sz="1400" i="1"/>
                                  </m:ctrlPr>
                                </m:dPr>
                                <m:e>
                                  <m:r>
                                    <a:rPr lang="es-AR" sz="1400" i="1"/>
                                    <m:t>𝑡</m:t>
                                  </m:r>
                                </m:e>
                              </m:d>
                              <m:r>
                                <a:rPr lang="es-AR" sz="1400" i="1"/>
                                <m:t>=</m:t>
                              </m:r>
                              <m:r>
                                <a:rPr lang="es-AR" sz="1400" i="1"/>
                                <m:t>𝐶</m:t>
                              </m:r>
                              <m:acc>
                                <m:accPr>
                                  <m:chr m:val="̃"/>
                                  <m:ctrlPr>
                                    <a:rPr lang="es-AR" sz="1400" i="1"/>
                                  </m:ctrlPr>
                                </m:accPr>
                                <m:e>
                                  <m:r>
                                    <a:rPr lang="es-AR" sz="1400" i="1"/>
                                    <m:t>𝑥</m:t>
                                  </m:r>
                                </m:e>
                              </m:acc>
                              <m:d>
                                <m:dPr>
                                  <m:ctrlPr>
                                    <a:rPr lang="es-AR" sz="1400" i="1"/>
                                  </m:ctrlPr>
                                </m:dPr>
                                <m:e>
                                  <m:r>
                                    <a:rPr lang="es-AR" sz="1400" i="1"/>
                                    <m:t>𝑡</m:t>
                                  </m:r>
                                </m:e>
                              </m:d>
                              <m:r>
                                <a:rPr lang="es-AR" sz="1400" i="1"/>
                                <m:t>                                                          </m:t>
                              </m:r>
                            </m:e>
                          </m:mr>
                        </m:m>
                      </m:e>
                    </m:d>
                  </m:oMath>
                </a14:m>
                <a:r>
                  <a:rPr lang="es-MX" sz="1400" b="1" dirty="0">
                    <a:solidFill>
                      <a:schemeClr val="tx1"/>
                    </a:solidFill>
                    <a:latin typeface="Calibri"/>
                  </a:rPr>
                  <a:t>,          </a:t>
                </a:r>
                <a14:m>
                  <m:oMath xmlns:m="http://schemas.openxmlformats.org/officeDocument/2006/math">
                    <m:r>
                      <a:rPr lang="es-AR" sz="1400" i="1"/>
                      <m:t>𝑒</m:t>
                    </m:r>
                    <m:d>
                      <m:dPr>
                        <m:ctrlPr>
                          <a:rPr lang="es-AR" sz="1400" i="1"/>
                        </m:ctrlPr>
                      </m:dPr>
                      <m:e>
                        <m:r>
                          <a:rPr lang="es-AR" sz="1400" i="1"/>
                          <m:t>𝑡</m:t>
                        </m:r>
                      </m:e>
                    </m:d>
                    <m:r>
                      <a:rPr lang="es-AR" sz="1400" i="1"/>
                      <m:t>=</m:t>
                    </m:r>
                    <m:r>
                      <a:rPr lang="es-AR" sz="1400" i="1"/>
                      <m:t>𝑥</m:t>
                    </m:r>
                    <m:d>
                      <m:dPr>
                        <m:ctrlPr>
                          <a:rPr lang="es-AR" sz="1400" i="1"/>
                        </m:ctrlPr>
                      </m:dPr>
                      <m:e>
                        <m:r>
                          <a:rPr lang="es-AR" sz="1400" i="1"/>
                          <m:t>𝑡</m:t>
                        </m:r>
                      </m:e>
                    </m:d>
                    <m:r>
                      <a:rPr lang="es-AR" sz="1400" i="1"/>
                      <m:t>−</m:t>
                    </m:r>
                    <m:acc>
                      <m:accPr>
                        <m:chr m:val="̃"/>
                        <m:ctrlPr>
                          <a:rPr lang="es-AR" sz="1400" i="1"/>
                        </m:ctrlPr>
                      </m:accPr>
                      <m:e>
                        <m:r>
                          <a:rPr lang="es-AR" sz="1400" i="1"/>
                          <m:t>𝑥</m:t>
                        </m:r>
                      </m:e>
                    </m:acc>
                    <m:d>
                      <m:dPr>
                        <m:ctrlPr>
                          <a:rPr lang="es-AR" sz="1400" i="1"/>
                        </m:ctrlPr>
                      </m:dPr>
                      <m:e>
                        <m:r>
                          <a:rPr lang="es-AR" sz="1400" i="1"/>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m:ctrlPr>
                      </m:accPr>
                      <m:e>
                        <m:r>
                          <a:rPr lang="es-AR" sz="1400" i="1"/>
                          <m:t>𝑒</m:t>
                        </m:r>
                      </m:e>
                    </m:acc>
                    <m:d>
                      <m:dPr>
                        <m:ctrlPr>
                          <a:rPr lang="es-AR" sz="1400" i="1"/>
                        </m:ctrlPr>
                      </m:dPr>
                      <m:e>
                        <m:r>
                          <a:rPr lang="es-AR" sz="1400" i="1"/>
                          <m:t>𝑡</m:t>
                        </m:r>
                      </m:e>
                    </m:d>
                    <m:r>
                      <a:rPr lang="es-AR" sz="1400" i="1"/>
                      <m:t>=</m:t>
                    </m:r>
                    <m:d>
                      <m:dPr>
                        <m:begChr m:val="["/>
                        <m:endChr m:val="]"/>
                        <m:ctrlPr>
                          <a:rPr lang="es-AR" sz="1400" i="1"/>
                        </m:ctrlPr>
                      </m:dPr>
                      <m:e>
                        <m:r>
                          <a:rPr lang="es-AR" sz="1400" i="1"/>
                          <m:t>𝐴</m:t>
                        </m:r>
                        <m:r>
                          <a:rPr lang="es-AR" sz="1400" i="1"/>
                          <m:t>−</m:t>
                        </m:r>
                        <m:sSub>
                          <m:sSubPr>
                            <m:ctrlPr>
                              <a:rPr lang="es-AR" sz="1400" i="1"/>
                            </m:ctrlPr>
                          </m:sSubPr>
                          <m:e>
                            <m:r>
                              <a:rPr lang="es-AR" sz="1400" i="1"/>
                              <m:t>𝐾</m:t>
                            </m:r>
                          </m:e>
                          <m:sub>
                            <m:r>
                              <a:rPr lang="es-AR" sz="1400" i="1"/>
                              <m:t>𝑒</m:t>
                            </m:r>
                          </m:sub>
                        </m:sSub>
                        <m:r>
                          <a:rPr lang="es-AR" sz="1400" i="1"/>
                          <m:t> </m:t>
                        </m:r>
                        <m:r>
                          <a:rPr lang="es-AR" sz="1400" i="1"/>
                          <m:t>𝐶</m:t>
                        </m:r>
                      </m:e>
                    </m:d>
                    <m:r>
                      <a:rPr lang="es-AR" sz="1400" i="1"/>
                      <m:t>𝑒</m:t>
                    </m:r>
                    <m:d>
                      <m:dPr>
                        <m:ctrlPr>
                          <a:rPr lang="es-AR" sz="1400" i="1"/>
                        </m:ctrlPr>
                      </m:dPr>
                      <m:e>
                        <m:r>
                          <a:rPr lang="es-AR" sz="1400" i="1"/>
                          <m:t>𝑡</m:t>
                        </m:r>
                      </m:e>
                    </m:d>
                    <m:r>
                      <a:rPr lang="es-AR" sz="1400" i="1"/>
                      <m:t>+</m:t>
                    </m:r>
                    <m:sSub>
                      <m:sSubPr>
                        <m:ctrlPr>
                          <a:rPr lang="es-AR" sz="1400" i="1"/>
                        </m:ctrlPr>
                      </m:sSubPr>
                      <m:e>
                        <m:r>
                          <a:rPr lang="es-AR" sz="1400" i="1"/>
                          <m:t>𝐵</m:t>
                        </m:r>
                      </m:e>
                      <m:sub>
                        <m:r>
                          <a:rPr lang="es-AR" sz="1400" i="1"/>
                          <m:t>𝑑</m:t>
                        </m:r>
                      </m:sub>
                    </m:sSub>
                    <m:r>
                      <a:rPr lang="es-AR" sz="1400" i="1"/>
                      <m:t> </m:t>
                    </m:r>
                    <m:r>
                      <a:rPr lang="es-AR" sz="1400" i="1"/>
                      <m:t>𝑑</m:t>
                    </m:r>
                    <m:d>
                      <m:dPr>
                        <m:ctrlPr>
                          <a:rPr lang="es-AR" sz="1400" i="1"/>
                        </m:ctrlPr>
                      </m:dPr>
                      <m:e>
                        <m:r>
                          <a:rPr lang="es-AR" sz="1400" i="1"/>
                          <m:t>𝑡</m:t>
                        </m:r>
                      </m:e>
                    </m:d>
                    <m:r>
                      <a:rPr lang="es-AR" sz="1400" i="1"/>
                      <m:t>,</m:t>
                    </m:r>
                    <m:r>
                      <a:rPr lang="es-AR" sz="1400"/>
                      <m:t>  </m:t>
                    </m:r>
                    <m:r>
                      <a:rPr lang="es-AR" sz="1400" i="1"/>
                      <m:t>𝑒</m:t>
                    </m:r>
                    <m:d>
                      <m:dPr>
                        <m:ctrlPr>
                          <a:rPr lang="es-AR" sz="1400" i="1"/>
                        </m:ctrlPr>
                      </m:dPr>
                      <m:e>
                        <m:r>
                          <a:rPr lang="es-AR" sz="1400" i="1"/>
                          <m:t>0</m:t>
                        </m:r>
                      </m:e>
                    </m:d>
                    <m:r>
                      <a:rPr lang="es-AR" sz="1400" i="1"/>
                      <m:t>=</m:t>
                    </m:r>
                    <m:sSub>
                      <m:sSubPr>
                        <m:ctrlPr>
                          <a:rPr lang="es-AR" sz="1400" i="1"/>
                        </m:ctrlPr>
                      </m:sSubPr>
                      <m:e>
                        <m:r>
                          <a:rPr lang="es-AR" sz="1400" i="1"/>
                          <m:t>𝑥</m:t>
                        </m:r>
                      </m:e>
                      <m:sub>
                        <m:r>
                          <a:rPr lang="es-AR" sz="1400" i="1"/>
                          <m:t>0</m:t>
                        </m:r>
                      </m:sub>
                    </m:sSub>
                  </m:oMath>
                </a14:m>
                <a:endParaRPr lang="ar-AE" sz="1400" b="1" dirty="0">
                  <a:solidFill>
                    <a:schemeClr val="tx1"/>
                  </a:solidFill>
                  <a:latin typeface="Calibri"/>
                </a:endParaRPr>
              </a:p>
            </p:txBody>
          </p:sp>
        </mc:Choice>
        <mc:Fallback>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mc:Choice xmlns:a14="http://schemas.microsoft.com/office/drawing/2010/main"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rPr>
                        </m:ctrlPr>
                      </m:dPr>
                      <m:e>
                        <m:r>
                          <a:rPr lang="ar-AE" sz="1400" i="1">
                            <a:solidFill>
                              <a:schemeClr val="tx1"/>
                            </a:solidFill>
                          </a:rPr>
                          <m:t>𝐴</m:t>
                        </m:r>
                        <m:r>
                          <a:rPr lang="ar-AE" sz="1400" i="1">
                            <a:solidFill>
                              <a:schemeClr val="tx1"/>
                            </a:solidFill>
                          </a:rPr>
                          <m:t>−</m:t>
                        </m:r>
                        <m:sSub>
                          <m:sSubPr>
                            <m:ctrlPr>
                              <a:rPr lang="ar-AE" sz="1400" i="1">
                                <a:solidFill>
                                  <a:schemeClr val="tx1"/>
                                </a:solidFill>
                              </a:rPr>
                            </m:ctrlPr>
                          </m:sSubPr>
                          <m:e>
                            <m:r>
                              <a:rPr lang="ar-AE" sz="1400" i="1">
                                <a:solidFill>
                                  <a:schemeClr val="tx1"/>
                                </a:solidFill>
                              </a:rPr>
                              <m:t>𝐾</m:t>
                            </m:r>
                          </m:e>
                          <m:sub>
                            <m:r>
                              <a:rPr lang="ar-AE" sz="1400" i="1">
                                <a:solidFill>
                                  <a:schemeClr val="tx1"/>
                                </a:solidFill>
                              </a:rPr>
                              <m:t>𝑒</m:t>
                            </m:r>
                          </m:sub>
                        </m:sSub>
                        <m:r>
                          <a:rPr lang="ar-AE" sz="1400" i="1">
                            <a:solidFill>
                              <a:schemeClr val="tx1"/>
                            </a:solidFill>
                          </a:rPr>
                          <m:t> </m:t>
                        </m:r>
                        <m:r>
                          <a:rPr lang="ar-AE" sz="1400" i="1">
                            <a:solidFill>
                              <a:schemeClr val="tx1"/>
                            </a:solidFill>
                          </a:rPr>
                          <m:t>𝐶</m:t>
                        </m:r>
                      </m:e>
                    </m:d>
                    <m:r>
                      <a:rPr lang="ar-AE" sz="1400" i="1">
                        <a:solidFill>
                          <a:schemeClr val="tx1"/>
                        </a:solidFill>
                      </a:rPr>
                      <m:t>=</m:t>
                    </m:r>
                    <m:d>
                      <m:dPr>
                        <m:begChr m:val="["/>
                        <m:endChr m:val="]"/>
                        <m:ctrlPr>
                          <a:rPr lang="ar-AE" sz="1400" i="1">
                            <a:solidFill>
                              <a:schemeClr val="tx1"/>
                            </a:solidFill>
                          </a:rPr>
                        </m:ctrlPr>
                      </m:dPr>
                      <m:e>
                        <m:m>
                          <m:mPr>
                            <m:mcs>
                              <m:mc>
                                <m:mcPr>
                                  <m:count m:val="2"/>
                                  <m:mcJc m:val="center"/>
                                </m:mcPr>
                              </m:mc>
                            </m:mcs>
                            <m:ctrlPr>
                              <a:rPr lang="ar-AE" sz="1400" i="1">
                                <a:solidFill>
                                  <a:schemeClr val="tx1"/>
                                </a:solidFill>
                              </a:rPr>
                            </m:ctrlPr>
                          </m:mPr>
                          <m:mr>
                            <m:e>
                              <m:r>
                                <a:rPr lang="ar-AE" sz="1400" i="1">
                                  <a:solidFill>
                                    <a:schemeClr val="tx1"/>
                                  </a:solidFill>
                                </a:rPr>
                                <m:t>−</m:t>
                              </m:r>
                              <m:sSub>
                                <m:sSubPr>
                                  <m:ctrlPr>
                                    <a:rPr lang="ar-AE" sz="1400" i="1">
                                      <a:solidFill>
                                        <a:schemeClr val="tx1"/>
                                      </a:solidFill>
                                    </a:rPr>
                                  </m:ctrlPr>
                                </m:sSubPr>
                                <m:e>
                                  <m:r>
                                    <a:rPr lang="ar-AE" sz="1400" i="1">
                                      <a:solidFill>
                                        <a:schemeClr val="tx1"/>
                                      </a:solidFill>
                                    </a:rPr>
                                    <m:t>𝐾</m:t>
                                  </m:r>
                                </m:e>
                                <m:sub>
                                  <m:r>
                                    <a:rPr lang="ar-AE" sz="1400" i="1">
                                      <a:solidFill>
                                        <a:schemeClr val="tx1"/>
                                      </a:solidFill>
                                    </a:rPr>
                                    <m:t>𝜃</m:t>
                                  </m:r>
                                </m:sub>
                              </m:sSub>
                            </m:e>
                            <m:e>
                              <m:r>
                                <a:rPr lang="ar-AE" sz="1400" i="1">
                                  <a:solidFill>
                                    <a:schemeClr val="tx1"/>
                                  </a:solidFill>
                                </a:rPr>
                                <m:t>1</m:t>
                              </m:r>
                            </m:e>
                          </m:mr>
                          <m:mr>
                            <m:e>
                              <m:sSub>
                                <m:sSubPr>
                                  <m:ctrlPr>
                                    <a:rPr lang="ar-AE" sz="1400" i="1">
                                      <a:solidFill>
                                        <a:schemeClr val="tx1"/>
                                      </a:solidFill>
                                    </a:rPr>
                                  </m:ctrlPr>
                                </m:sSubPr>
                                <m:e>
                                  <m:r>
                                    <a:rPr lang="ar-AE" sz="1400" i="1">
                                      <a:solidFill>
                                        <a:schemeClr val="tx1"/>
                                      </a:solidFill>
                                    </a:rPr>
                                    <m:t>−</m:t>
                                  </m:r>
                                  <m:r>
                                    <a:rPr lang="ar-AE" sz="1400" i="1">
                                      <a:solidFill>
                                        <a:schemeClr val="tx1"/>
                                      </a:solidFill>
                                    </a:rPr>
                                    <m:t>𝐾</m:t>
                                  </m:r>
                                </m:e>
                                <m:sub>
                                  <m:r>
                                    <a:rPr lang="ar-AE" sz="1400" i="1">
                                      <a:solidFill>
                                        <a:schemeClr val="tx1"/>
                                      </a:solidFill>
                                    </a:rPr>
                                    <m:t>𝜔</m:t>
                                  </m:r>
                                </m:sub>
                              </m:sSub>
                            </m:e>
                            <m:e>
                              <m:r>
                                <a:rPr lang="ar-AE" sz="1400" i="1">
                                  <a:solidFill>
                                    <a:schemeClr val="tx1"/>
                                  </a:solidFill>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rPr>
                        </m:ctrlPr>
                      </m:sSubPr>
                      <m:e>
                        <m:r>
                          <a:rPr lang="ar-AE" sz="1400" i="1">
                            <a:solidFill>
                              <a:schemeClr val="tx1"/>
                            </a:solidFill>
                          </a:rPr>
                          <m:t>𝑝</m:t>
                        </m:r>
                      </m:e>
                      <m:sub>
                        <m:r>
                          <a:rPr lang="ar-AE" sz="1400" i="1">
                            <a:solidFill>
                              <a:schemeClr val="tx1"/>
                            </a:solidFill>
                          </a:rPr>
                          <m:t>𝑑</m:t>
                        </m:r>
                      </m:sub>
                    </m:sSub>
                    <m:d>
                      <m:dPr>
                        <m:ctrlPr>
                          <a:rPr lang="ar-AE" sz="1400" i="1">
                            <a:solidFill>
                              <a:schemeClr val="tx1"/>
                            </a:solidFill>
                          </a:rPr>
                        </m:ctrlPr>
                      </m:dPr>
                      <m:e>
                        <m:r>
                          <a:rPr lang="ar-AE" sz="1400" i="1">
                            <a:solidFill>
                              <a:schemeClr val="tx1"/>
                            </a:solidFill>
                          </a:rPr>
                          <m:t>𝑠</m:t>
                        </m:r>
                      </m:e>
                    </m:d>
                    <m:r>
                      <a:rPr lang="ar-AE" sz="1400" i="1">
                        <a:solidFill>
                          <a:schemeClr val="tx1"/>
                        </a:solidFill>
                      </a:rPr>
                      <m:t>=</m:t>
                    </m:r>
                    <m:sSup>
                      <m:sSupPr>
                        <m:ctrlPr>
                          <a:rPr lang="ar-AE" sz="1400" i="1">
                            <a:solidFill>
                              <a:schemeClr val="tx1"/>
                            </a:solidFill>
                          </a:rPr>
                        </m:ctrlPr>
                      </m:sSupPr>
                      <m:e>
                        <m:d>
                          <m:dPr>
                            <m:ctrlPr>
                              <a:rPr lang="ar-AE" sz="1400" i="1">
                                <a:solidFill>
                                  <a:schemeClr val="tx1"/>
                                </a:solidFill>
                              </a:rPr>
                            </m:ctrlPr>
                          </m:dPr>
                          <m:e>
                            <m:r>
                              <a:rPr lang="ar-AE" sz="1400" i="1">
                                <a:solidFill>
                                  <a:schemeClr val="tx1"/>
                                </a:solidFill>
                              </a:rPr>
                              <m:t>𝑠</m:t>
                            </m:r>
                            <m:r>
                              <a:rPr lang="ar-AE" sz="1400" i="1">
                                <a:solidFill>
                                  <a:schemeClr val="tx1"/>
                                </a:solidFill>
                              </a:rPr>
                              <m:t>+</m:t>
                            </m:r>
                            <m:r>
                              <a:rPr lang="ar-AE" sz="1400" i="1">
                                <a:solidFill>
                                  <a:schemeClr val="tx1"/>
                                </a:solidFill>
                              </a:rPr>
                              <m:t>3200</m:t>
                            </m:r>
                          </m:e>
                        </m:d>
                      </m:e>
                      <m:sup>
                        <m:r>
                          <a:rPr lang="ar-AE" sz="1400" i="1">
                            <a:solidFill>
                              <a:schemeClr val="tx1"/>
                            </a:solidFill>
                          </a:rPr>
                          <m:t>2</m:t>
                        </m:r>
                      </m:sup>
                    </m:sSup>
                    <m:r>
                      <a:rPr lang="ar-AE" sz="1400" i="1">
                        <a:solidFill>
                          <a:schemeClr val="tx1"/>
                        </a:solidFill>
                      </a:rPr>
                      <m:t>=</m:t>
                    </m:r>
                    <m:sSup>
                      <m:sSupPr>
                        <m:ctrlPr>
                          <a:rPr lang="ar-AE" sz="1400" i="1">
                            <a:solidFill>
                              <a:schemeClr val="tx1"/>
                            </a:solidFill>
                          </a:rPr>
                        </m:ctrlPr>
                      </m:sSupPr>
                      <m:e>
                        <m:r>
                          <a:rPr lang="ar-AE" sz="1400" i="1">
                            <a:solidFill>
                              <a:schemeClr val="tx1"/>
                            </a:solidFill>
                          </a:rPr>
                          <m:t>𝑠</m:t>
                        </m:r>
                      </m:e>
                      <m:sup>
                        <m:r>
                          <a:rPr lang="ar-AE" sz="1400" i="1">
                            <a:solidFill>
                              <a:schemeClr val="tx1"/>
                            </a:solidFill>
                          </a:rPr>
                          <m:t>2</m:t>
                        </m:r>
                      </m:sup>
                    </m:sSup>
                    <m:r>
                      <a:rPr lang="ar-AE" sz="1400" i="1">
                        <a:solidFill>
                          <a:schemeClr val="tx1"/>
                        </a:solidFill>
                      </a:rPr>
                      <m:t>+</m:t>
                    </m:r>
                    <m:r>
                      <a:rPr lang="ar-AE" sz="1400" i="1">
                        <a:solidFill>
                          <a:schemeClr val="tx1"/>
                        </a:solidFill>
                      </a:rPr>
                      <m:t>6400</m:t>
                    </m:r>
                    <m:r>
                      <a:rPr lang="ar-AE" sz="1400" i="1">
                        <a:solidFill>
                          <a:schemeClr val="tx1"/>
                        </a:solidFill>
                      </a:rPr>
                      <m:t> </m:t>
                    </m:r>
                    <m:r>
                      <a:rPr lang="ar-AE" sz="1400" i="1">
                        <a:solidFill>
                          <a:schemeClr val="tx1"/>
                        </a:solidFill>
                      </a:rPr>
                      <m:t>𝑠</m:t>
                    </m:r>
                    <m:r>
                      <a:rPr lang="ar-AE" sz="1400" i="1">
                        <a:solidFill>
                          <a:schemeClr val="tx1"/>
                        </a:solidFill>
                      </a:rPr>
                      <m:t>+</m:t>
                    </m:r>
                    <m:sSup>
                      <m:sSupPr>
                        <m:ctrlPr>
                          <a:rPr lang="ar-AE" sz="1400" i="1">
                            <a:solidFill>
                              <a:schemeClr val="tx1"/>
                            </a:solidFill>
                          </a:rPr>
                        </m:ctrlPr>
                      </m:sSupPr>
                      <m:e>
                        <m:r>
                          <a:rPr lang="ar-AE" sz="1400" i="1">
                            <a:solidFill>
                              <a:schemeClr val="tx1"/>
                            </a:solidFill>
                          </a:rPr>
                          <m:t>3200</m:t>
                        </m:r>
                      </m:e>
                      <m:sup>
                        <m:r>
                          <a:rPr lang="ar-AE" sz="1400" i="1">
                            <a:solidFill>
                              <a:schemeClr val="tx1"/>
                            </a:solidFill>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m:ctrlPr>
                      </m:dPr>
                      <m:e>
                        <m:m>
                          <m:mPr>
                            <m:mcs>
                              <m:mc>
                                <m:mcPr>
                                  <m:count m:val="1"/>
                                  <m:mcJc m:val="center"/>
                                </m:mcPr>
                              </m:mc>
                            </m:mcs>
                            <m:ctrlPr>
                              <a:rPr lang="es-AR" sz="1400" i="1"/>
                            </m:ctrlPr>
                          </m:mPr>
                          <m:mr>
                            <m:e>
                              <m:sSub>
                                <m:sSubPr>
                                  <m:ctrlPr>
                                    <a:rPr lang="es-AR" sz="1400" i="1"/>
                                  </m:ctrlPr>
                                </m:sSubPr>
                                <m:e>
                                  <m:r>
                                    <a:rPr lang="es-AR" sz="1400" i="1"/>
                                    <m:t>𝑘</m:t>
                                  </m:r>
                                </m:e>
                                <m:sub>
                                  <m:r>
                                    <m:rPr>
                                      <m:sty m:val="p"/>
                                    </m:rPr>
                                    <a:rPr lang="es-AR" sz="1400"/>
                                    <m:t>θ</m:t>
                                  </m:r>
                                </m:sub>
                              </m:sSub>
                              <m:r>
                                <a:rPr lang="en-US" sz="1400" i="1"/>
                                <m:t>=</m:t>
                              </m:r>
                              <m:r>
                                <a:rPr lang="en-US" sz="1400" i="1"/>
                                <m:t>6</m:t>
                              </m:r>
                              <m:r>
                                <a:rPr lang="en-US" sz="1400" i="1"/>
                                <m:t>.</m:t>
                              </m:r>
                              <m:r>
                                <a:rPr lang="en-US" sz="1400" i="1"/>
                                <m:t>4</m:t>
                              </m:r>
                              <m:r>
                                <a:rPr lang="en-US" sz="1400"/>
                                <m:t>×</m:t>
                              </m:r>
                              <m:sSup>
                                <m:sSupPr>
                                  <m:ctrlPr>
                                    <a:rPr lang="es-AR" sz="1400" i="1"/>
                                  </m:ctrlPr>
                                </m:sSupPr>
                                <m:e>
                                  <m:r>
                                    <a:rPr lang="en-US" sz="1400" i="1"/>
                                    <m:t>10</m:t>
                                  </m:r>
                                </m:e>
                                <m:sup>
                                  <m:r>
                                    <a:rPr lang="en-US" sz="1400" i="1"/>
                                    <m:t>3</m:t>
                                  </m:r>
                                </m:sup>
                              </m:sSup>
                              <m:r>
                                <a:rPr lang="en-US" sz="1400" i="1"/>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m:ctrlPr>
                                </m:sSubPr>
                                <m:e>
                                  <m:r>
                                    <a:rPr lang="es-AR" sz="1400" i="1"/>
                                    <m:t>𝑘</m:t>
                                  </m:r>
                                </m:e>
                                <m:sub>
                                  <m:r>
                                    <m:rPr>
                                      <m:sty m:val="p"/>
                                    </m:rPr>
                                    <a:rPr lang="es-AR" sz="1400"/>
                                    <m:t>ω</m:t>
                                  </m:r>
                                </m:sub>
                              </m:sSub>
                              <m:r>
                                <a:rPr lang="en-US" sz="1400" i="1"/>
                                <m:t>=</m:t>
                              </m:r>
                              <m:r>
                                <a:rPr lang="en-US" sz="1400" i="1"/>
                                <m:t>1</m:t>
                              </m:r>
                              <m:r>
                                <a:rPr lang="en-US" sz="1400" i="1"/>
                                <m:t>.</m:t>
                              </m:r>
                              <m:r>
                                <a:rPr lang="en-US" sz="1400" i="1"/>
                                <m:t>024</m:t>
                              </m:r>
                              <m:r>
                                <a:rPr lang="en-US" sz="1400"/>
                                <m:t>×</m:t>
                              </m:r>
                              <m:sSup>
                                <m:sSupPr>
                                  <m:ctrlPr>
                                    <a:rPr lang="es-AR" sz="1400" i="1"/>
                                  </m:ctrlPr>
                                </m:sSupPr>
                                <m:e>
                                  <m:r>
                                    <a:rPr lang="en-US" sz="1400" i="1"/>
                                    <m:t>10</m:t>
                                  </m:r>
                                </m:e>
                                <m:sup>
                                  <m:r>
                                    <a:rPr lang="en-US" sz="1400" i="1"/>
                                    <m:t>7</m:t>
                                  </m:r>
                                </m:sup>
                              </m:sSup>
                              <m:r>
                                <a:rPr lang="en-US" sz="1400" i="1"/>
                                <m:t> </m:t>
                              </m:r>
                              <m:sSup>
                                <m:sSupPr>
                                  <m:ctrlPr>
                                    <a:rPr lang="es-AR" sz="1400" i="1"/>
                                  </m:ctrlPr>
                                </m:sSupPr>
                                <m:e>
                                  <m:r>
                                    <m:rPr>
                                      <m:nor/>
                                    </m:rPr>
                                    <a:rPr lang="en-US" sz="1400"/>
                                    <m:t>rad</m:t>
                                  </m:r>
                                  <m:r>
                                    <m:rPr>
                                      <m:lit/>
                                      <m:nor/>
                                    </m:rPr>
                                    <a:rPr lang="en-US" sz="1400"/>
                                    <m:t>/</m:t>
                                  </m:r>
                                  <m:r>
                                    <m:rPr>
                                      <m:nor/>
                                    </m:rPr>
                                    <a:rPr lang="en-US" sz="1400"/>
                                    <m:t>s</m:t>
                                  </m:r>
                                </m:e>
                                <m:sup>
                                  <m:r>
                                    <a:rPr lang="en-US" sz="1400" i="1"/>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m:ctrlPr>
                      </m:dPr>
                      <m:e>
                        <m:m>
                          <m:mPr>
                            <m:mcs>
                              <m:mc>
                                <m:mcPr>
                                  <m:count m:val="1"/>
                                  <m:mcJc m:val="center"/>
                                </m:mcPr>
                              </m:mc>
                            </m:mcs>
                            <m:ctrlPr>
                              <a:rPr lang="es-AR" sz="1400" i="1"/>
                            </m:ctrlPr>
                          </m:mPr>
                          <m:mr>
                            <m:e>
                              <m:sSub>
                                <m:sSubPr>
                                  <m:ctrlPr>
                                    <a:rPr lang="es-AR" sz="1400" i="1"/>
                                  </m:ctrlPr>
                                </m:sSubPr>
                                <m:e>
                                  <m:acc>
                                    <m:accPr>
                                      <m:chr m:val="̇"/>
                                      <m:ctrlPr>
                                        <a:rPr lang="es-AR" sz="1400" i="1"/>
                                      </m:ctrlPr>
                                    </m:accPr>
                                    <m:e>
                                      <m:acc>
                                        <m:accPr>
                                          <m:chr m:val="̃"/>
                                          <m:ctrlPr>
                                            <a:rPr lang="es-AR" sz="1400" i="1"/>
                                          </m:ctrlPr>
                                        </m:accPr>
                                        <m:e>
                                          <m:r>
                                            <a:rPr lang="es-AR" sz="1400" i="1"/>
                                            <m:t>𝜃</m:t>
                                          </m:r>
                                        </m:e>
                                      </m:acc>
                                    </m:e>
                                  </m:acc>
                                </m:e>
                                <m:sub>
                                  <m:r>
                                    <a:rPr lang="es-AR" sz="1400" i="1"/>
                                    <m:t>𝑚</m:t>
                                  </m:r>
                                </m:sub>
                              </m:sSub>
                              <m:d>
                                <m:dPr>
                                  <m:ctrlPr>
                                    <a:rPr lang="es-AR" sz="1400" i="1"/>
                                  </m:ctrlPr>
                                </m:dPr>
                                <m:e>
                                  <m:r>
                                    <a:rPr lang="es-AR" sz="1400" i="1"/>
                                    <m:t>𝑡</m:t>
                                  </m:r>
                                </m:e>
                              </m:d>
                              <m:r>
                                <a:rPr lang="es-AR" sz="1400" i="1"/>
                                <m:t>=</m:t>
                              </m:r>
                              <m:sSub>
                                <m:sSubPr>
                                  <m:ctrlPr>
                                    <a:rPr lang="es-AR" sz="1400" i="1"/>
                                  </m:ctrlPr>
                                </m:sSubPr>
                                <m:e>
                                  <m:acc>
                                    <m:accPr>
                                      <m:chr m:val="̃"/>
                                      <m:ctrlPr>
                                        <a:rPr lang="es-AR" sz="1400" i="1"/>
                                      </m:ctrlPr>
                                    </m:accPr>
                                    <m:e>
                                      <m:r>
                                        <a:rPr lang="es-AR" sz="1400" i="1"/>
                                        <m:t>⍵</m:t>
                                      </m:r>
                                    </m:e>
                                  </m:acc>
                                </m:e>
                                <m:sub>
                                  <m:r>
                                    <a:rPr lang="es-AR" sz="1400" i="1"/>
                                    <m:t>𝑚</m:t>
                                  </m:r>
                                </m:sub>
                              </m:sSub>
                              <m:d>
                                <m:dPr>
                                  <m:ctrlPr>
                                    <a:rPr lang="es-AR" sz="1400" i="1"/>
                                  </m:ctrlPr>
                                </m:dPr>
                                <m:e>
                                  <m:r>
                                    <a:rPr lang="es-AR" sz="1400" i="1"/>
                                    <m:t>𝑡</m:t>
                                  </m:r>
                                </m:e>
                              </m:d>
                              <m:r>
                                <a:rPr lang="es-AR" sz="1400" i="1"/>
                                <m:t>+</m:t>
                              </m:r>
                              <m:sSub>
                                <m:sSubPr>
                                  <m:ctrlPr>
                                    <a:rPr lang="es-AR" sz="1400" i="1"/>
                                  </m:ctrlPr>
                                </m:sSubPr>
                                <m:e>
                                  <m:r>
                                    <a:rPr lang="es-AR" sz="1400" i="1"/>
                                    <m:t>𝑘</m:t>
                                  </m:r>
                                </m:e>
                                <m:sub>
                                  <m:r>
                                    <a:rPr lang="es-AR" sz="1400" i="1"/>
                                    <m:t>𝜃</m:t>
                                  </m:r>
                                </m:sub>
                              </m:sSub>
                              <m:d>
                                <m:dPr>
                                  <m:ctrlPr>
                                    <a:rPr lang="es-AR" sz="1400" i="1"/>
                                  </m:ctrlPr>
                                </m:dPr>
                                <m:e>
                                  <m:sSub>
                                    <m:sSubPr>
                                      <m:ctrlPr>
                                        <a:rPr lang="es-AR" sz="1400" i="1"/>
                                      </m:ctrlPr>
                                    </m:sSubPr>
                                    <m:e>
                                      <m:r>
                                        <a:rPr lang="es-AR" sz="1400" i="1"/>
                                        <m:t>𝜃</m:t>
                                      </m:r>
                                    </m:e>
                                    <m:sub>
                                      <m:r>
                                        <a:rPr lang="es-AR" sz="1400" i="1"/>
                                        <m:t>𝑚</m:t>
                                      </m:r>
                                    </m:sub>
                                  </m:sSub>
                                  <m:d>
                                    <m:dPr>
                                      <m:ctrlPr>
                                        <a:rPr lang="es-AR" sz="1400" i="1"/>
                                      </m:ctrlPr>
                                    </m:dPr>
                                    <m:e>
                                      <m:r>
                                        <a:rPr lang="es-AR" sz="1400" i="1"/>
                                        <m:t>𝑡</m:t>
                                      </m:r>
                                    </m:e>
                                  </m:d>
                                  <m:r>
                                    <a:rPr lang="es-AR" sz="1400" i="1"/>
                                    <m:t>−</m:t>
                                  </m:r>
                                  <m:sSub>
                                    <m:sSubPr>
                                      <m:ctrlPr>
                                        <a:rPr lang="es-AR" sz="1400" i="1"/>
                                      </m:ctrlPr>
                                    </m:sSubPr>
                                    <m:e>
                                      <m:acc>
                                        <m:accPr>
                                          <m:chr m:val="̃"/>
                                          <m:ctrlPr>
                                            <a:rPr lang="es-AR" sz="1400" i="1"/>
                                          </m:ctrlPr>
                                        </m:accPr>
                                        <m:e>
                                          <m:r>
                                            <a:rPr lang="es-AR" sz="1400" i="1"/>
                                            <m:t>𝜃</m:t>
                                          </m:r>
                                        </m:e>
                                      </m:acc>
                                    </m:e>
                                    <m:sub>
                                      <m:r>
                                        <a:rPr lang="es-AR" sz="1400" i="1"/>
                                        <m:t>𝑚</m:t>
                                      </m:r>
                                    </m:sub>
                                  </m:sSub>
                                  <m:d>
                                    <m:dPr>
                                      <m:ctrlPr>
                                        <a:rPr lang="es-AR" sz="1400" i="1"/>
                                      </m:ctrlPr>
                                    </m:dPr>
                                    <m:e>
                                      <m:r>
                                        <a:rPr lang="es-AR" sz="1400" i="1"/>
                                        <m:t>𝑡</m:t>
                                      </m:r>
                                    </m:e>
                                  </m:d>
                                </m:e>
                              </m:d>
                              <m:r>
                                <a:rPr lang="es-AR" sz="1400" i="1"/>
                                <m:t>       </m:t>
                              </m:r>
                            </m:e>
                          </m:mr>
                          <m:mr>
                            <m:e>
                              <m:sSub>
                                <m:sSubPr>
                                  <m:ctrlPr>
                                    <a:rPr lang="es-AR" sz="1400" i="1"/>
                                  </m:ctrlPr>
                                </m:sSubPr>
                                <m:e>
                                  <m:acc>
                                    <m:accPr>
                                      <m:chr m:val="̇"/>
                                      <m:ctrlPr>
                                        <a:rPr lang="es-AR" sz="1400" i="1"/>
                                      </m:ctrlPr>
                                    </m:accPr>
                                    <m:e>
                                      <m:acc>
                                        <m:accPr>
                                          <m:chr m:val="̃"/>
                                          <m:ctrlPr>
                                            <a:rPr lang="es-AR" sz="1400" i="1"/>
                                          </m:ctrlPr>
                                        </m:accPr>
                                        <m:e>
                                          <m:r>
                                            <a:rPr lang="es-AR" sz="1400" i="1"/>
                                            <m:t>⍵</m:t>
                                          </m:r>
                                        </m:e>
                                      </m:acc>
                                    </m:e>
                                  </m:acc>
                                </m:e>
                                <m:sub>
                                  <m:r>
                                    <a:rPr lang="es-AR" sz="1400" i="1"/>
                                    <m:t>𝑚</m:t>
                                  </m:r>
                                </m:sub>
                              </m:sSub>
                              <m:d>
                                <m:dPr>
                                  <m:ctrlPr>
                                    <a:rPr lang="es-AR" sz="1400" i="1"/>
                                  </m:ctrlPr>
                                </m:dPr>
                                <m:e>
                                  <m:r>
                                    <a:rPr lang="es-AR" sz="1400" i="1"/>
                                    <m:t>𝑡</m:t>
                                  </m:r>
                                </m:e>
                              </m:d>
                              <m:r>
                                <a:rPr lang="es-AR" sz="1400" i="1"/>
                                <m:t>=</m:t>
                              </m:r>
                              <m:f>
                                <m:fPr>
                                  <m:ctrlPr>
                                    <a:rPr lang="es-AR" sz="1400" i="1"/>
                                  </m:ctrlPr>
                                </m:fPr>
                                <m:num>
                                  <m:r>
                                    <a:rPr lang="es-AR" sz="1400" i="1"/>
                                    <m:t>1</m:t>
                                  </m:r>
                                </m:num>
                                <m:den>
                                  <m:sSub>
                                    <m:sSubPr>
                                      <m:ctrlPr>
                                        <a:rPr lang="es-AR" sz="1400" i="1"/>
                                      </m:ctrlPr>
                                    </m:sSubPr>
                                    <m:e>
                                      <m:r>
                                        <a:rPr lang="es-AR" sz="1400" i="1"/>
                                        <m:t>𝐽</m:t>
                                      </m:r>
                                    </m:e>
                                    <m:sub>
                                      <m:r>
                                        <a:rPr lang="es-AR" sz="1400" i="1"/>
                                        <m:t>𝑒𝑞</m:t>
                                      </m:r>
                                    </m:sub>
                                  </m:sSub>
                                </m:den>
                              </m:f>
                              <m:r>
                                <a:rPr lang="es-AR" sz="1400" i="1"/>
                                <m:t> </m:t>
                              </m:r>
                              <m:sSubSup>
                                <m:sSubSupPr>
                                  <m:ctrlPr>
                                    <a:rPr lang="es-AR" sz="1400" i="1"/>
                                  </m:ctrlPr>
                                </m:sSubSupPr>
                                <m:e>
                                  <m:r>
                                    <a:rPr lang="es-AR" sz="1400" i="1"/>
                                    <m:t>𝑇</m:t>
                                  </m:r>
                                </m:e>
                                <m:sub>
                                  <m:r>
                                    <a:rPr lang="es-AR" sz="1400" i="1"/>
                                    <m:t>𝑚</m:t>
                                  </m:r>
                                </m:sub>
                                <m:sup>
                                  <m:r>
                                    <a:rPr lang="es-AR" sz="1400" i="1"/>
                                    <m:t>′</m:t>
                                  </m:r>
                                  <m:r>
                                    <a:rPr lang="es-AR" sz="1400" i="1"/>
                                    <m:t>∗</m:t>
                                  </m:r>
                                </m:sup>
                              </m:sSubSup>
                              <m:d>
                                <m:dPr>
                                  <m:ctrlPr>
                                    <a:rPr lang="es-AR" sz="1400" i="1"/>
                                  </m:ctrlPr>
                                </m:dPr>
                                <m:e>
                                  <m:r>
                                    <a:rPr lang="es-AR" sz="1400" i="1"/>
                                    <m:t>𝑡</m:t>
                                  </m:r>
                                </m:e>
                              </m:d>
                              <m:r>
                                <a:rPr lang="es-AR" sz="1400" i="1"/>
                                <m:t>+</m:t>
                              </m:r>
                              <m:sSub>
                                <m:sSubPr>
                                  <m:ctrlPr>
                                    <a:rPr lang="es-AR" sz="1400" i="1"/>
                                  </m:ctrlPr>
                                </m:sSubPr>
                                <m:e>
                                  <m:r>
                                    <a:rPr lang="es-AR" sz="1400" i="1"/>
                                    <m:t>𝑘</m:t>
                                  </m:r>
                                </m:e>
                                <m:sub>
                                  <m:r>
                                    <a:rPr lang="es-AR" sz="1400" i="1"/>
                                    <m:t>𝜔</m:t>
                                  </m:r>
                                </m:sub>
                              </m:sSub>
                              <m:d>
                                <m:dPr>
                                  <m:ctrlPr>
                                    <a:rPr lang="es-AR" sz="1400" i="1"/>
                                  </m:ctrlPr>
                                </m:dPr>
                                <m:e>
                                  <m:sSub>
                                    <m:sSubPr>
                                      <m:ctrlPr>
                                        <a:rPr lang="es-AR" sz="1400" i="1"/>
                                      </m:ctrlPr>
                                    </m:sSubPr>
                                    <m:e>
                                      <m:r>
                                        <a:rPr lang="es-AR" sz="1400" i="1"/>
                                        <m:t>𝜃</m:t>
                                      </m:r>
                                    </m:e>
                                    <m:sub>
                                      <m:r>
                                        <a:rPr lang="es-AR" sz="1400" i="1"/>
                                        <m:t>𝑚</m:t>
                                      </m:r>
                                    </m:sub>
                                  </m:sSub>
                                  <m:d>
                                    <m:dPr>
                                      <m:ctrlPr>
                                        <a:rPr lang="es-AR" sz="1400" i="1"/>
                                      </m:ctrlPr>
                                    </m:dPr>
                                    <m:e>
                                      <m:r>
                                        <a:rPr lang="es-AR" sz="1400" i="1"/>
                                        <m:t>𝑡</m:t>
                                      </m:r>
                                    </m:e>
                                  </m:d>
                                  <m:r>
                                    <a:rPr lang="es-AR" sz="1400" i="1"/>
                                    <m:t>−</m:t>
                                  </m:r>
                                  <m:sSub>
                                    <m:sSubPr>
                                      <m:ctrlPr>
                                        <a:rPr lang="es-AR" sz="1400" i="1"/>
                                      </m:ctrlPr>
                                    </m:sSubPr>
                                    <m:e>
                                      <m:acc>
                                        <m:accPr>
                                          <m:chr m:val="̃"/>
                                          <m:ctrlPr>
                                            <a:rPr lang="es-AR" sz="1400" i="1"/>
                                          </m:ctrlPr>
                                        </m:accPr>
                                        <m:e>
                                          <m:r>
                                            <a:rPr lang="es-AR" sz="1400" i="1"/>
                                            <m:t>𝜃</m:t>
                                          </m:r>
                                        </m:e>
                                      </m:acc>
                                    </m:e>
                                    <m:sub>
                                      <m:r>
                                        <a:rPr lang="es-AR" sz="1400" i="1"/>
                                        <m:t>𝑚</m:t>
                                      </m:r>
                                    </m:sub>
                                  </m:sSub>
                                  <m:d>
                                    <m:dPr>
                                      <m:ctrlPr>
                                        <a:rPr lang="es-AR" sz="1400" i="1"/>
                                      </m:ctrlPr>
                                    </m:dPr>
                                    <m:e>
                                      <m:r>
                                        <a:rPr lang="es-AR" sz="1400" i="1"/>
                                        <m:t>𝑡</m:t>
                                      </m:r>
                                    </m:e>
                                  </m:d>
                                </m:e>
                              </m:d>
                            </m:e>
                          </m:mr>
                        </m:m>
                      </m:e>
                    </m:d>
                  </m:oMath>
                </a14:m>
                <a:endParaRPr lang="ar-AE" sz="1400" b="1" dirty="0">
                  <a:solidFill>
                    <a:schemeClr val="tx1"/>
                  </a:solidFill>
                  <a:latin typeface="Calibri"/>
                </a:endParaRPr>
              </a:p>
            </p:txBody>
          </p:sp>
        </mc:Choice>
        <mc:Fallback>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mc:Choice xmlns:a14="http://schemas.microsoft.com/office/drawing/2010/main"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2"/>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3">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4">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5">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m:ctrlPr>
                      </m:sSubSupPr>
                      <m:e>
                        <m:r>
                          <a:rPr lang="es-AR"/>
                          <m:t>𝜃</m:t>
                        </m:r>
                      </m:e>
                      <m:sub>
                        <m:r>
                          <a:rPr lang="es-AR"/>
                          <m:t>𝑚</m:t>
                        </m:r>
                      </m:sub>
                      <m:sup>
                        <m:r>
                          <a:rPr lang="es-AR"/>
                          <m:t>∗</m:t>
                        </m:r>
                      </m:sup>
                    </m:sSubSup>
                  </m:oMath>
                </a14:m>
                <a:endParaRPr lang="es-AR" dirty="0"/>
              </a:p>
            </p:txBody>
          </p:sp>
        </mc:Choice>
        <mc:Fallback>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6"/>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m:ctrlPr>
                      </m:sSubPr>
                      <m:e>
                        <m:r>
                          <a:rPr lang="es-AR"/>
                          <m:t>𝜃</m:t>
                        </m:r>
                      </m:e>
                      <m:sub>
                        <m:r>
                          <a:rPr lang="es-AR"/>
                          <m:t>𝑚</m:t>
                        </m:r>
                      </m:sub>
                    </m:sSub>
                    <m:d>
                      <m:dPr>
                        <m:ctrlPr>
                          <a:rPr lang="es-AR"/>
                        </m:ctrlPr>
                      </m:dPr>
                      <m:e>
                        <m:r>
                          <a:rPr lang="es-AR"/>
                          <m:t>𝑡</m:t>
                        </m:r>
                      </m:e>
                    </m:d>
                    <m:r>
                      <a:rPr lang="es-AR"/>
                      <m:t>, </m:t>
                    </m:r>
                    <m:sSubSup>
                      <m:sSubSupPr>
                        <m:ctrlPr>
                          <a:rPr lang="es-AR"/>
                        </m:ctrlPr>
                      </m:sSubSupPr>
                      <m:e>
                        <m:r>
                          <a:rPr lang="es-AR"/>
                          <m:t>𝜃</m:t>
                        </m:r>
                      </m:e>
                      <m:sub>
                        <m:r>
                          <a:rPr lang="es-AR"/>
                          <m:t>𝑚</m:t>
                        </m:r>
                      </m:sub>
                      <m:sup>
                        <m:r>
                          <a:rPr lang="es-AR"/>
                          <m:t>∗</m:t>
                        </m:r>
                      </m:sup>
                    </m:sSubSup>
                    <m:d>
                      <m:dPr>
                        <m:ctrlPr>
                          <a:rPr lang="es-AR"/>
                        </m:ctrlPr>
                      </m:dPr>
                      <m:e>
                        <m:r>
                          <a:rPr lang="es-AR"/>
                          <m:t>𝑡</m:t>
                        </m:r>
                      </m:e>
                    </m:d>
                  </m:oMath>
                </a14:m>
                <a:r>
                  <a:rPr lang="es-AR" dirty="0"/>
                  <a:t> y observador</a:t>
                </a:r>
              </a:p>
            </p:txBody>
          </p:sp>
        </mc:Choice>
        <mc:Fallback>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m:t>𝑡</m:t>
                    </m:r>
                    <m:r>
                      <a:rPr lang="es-AR"/>
                      <m:t>=</m:t>
                    </m:r>
                    <m:r>
                      <a:rPr lang="es-AR"/>
                      <m:t>5</m:t>
                    </m:r>
                    <m:r>
                      <a:rPr lang="es-AR"/>
                      <m:t>𝑠</m:t>
                    </m:r>
                  </m:oMath>
                </a14:m>
                <a:endParaRPr lang="es-AR" dirty="0"/>
              </a:p>
            </p:txBody>
          </p:sp>
        </mc:Choice>
        <mc:Fallback>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8"/>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sobrepaso pequeño en la respuesta de posición, acompañado por una oscilación amortiguada de corta duración. </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m:ctrlPr>
                      </m:sSubPr>
                      <m:e>
                        <m:r>
                          <a:rPr lang="es-AR"/>
                          <m:t>𝜔</m:t>
                        </m:r>
                      </m:e>
                      <m:sub>
                        <m:r>
                          <a:rPr lang="es-AR"/>
                          <m:t>𝑚</m:t>
                        </m:r>
                      </m:sub>
                    </m:sSub>
                    <m:d>
                      <m:dPr>
                        <m:ctrlPr>
                          <a:rPr lang="es-AR"/>
                        </m:ctrlPr>
                      </m:dPr>
                      <m:e>
                        <m:r>
                          <a:rPr lang="es-AR"/>
                          <m:t>𝑡</m:t>
                        </m:r>
                      </m:e>
                    </m:d>
                    <m:r>
                      <a:rPr lang="es-AR"/>
                      <m:t>, </m:t>
                    </m:r>
                    <m:sSubSup>
                      <m:sSubSupPr>
                        <m:ctrlPr>
                          <a:rPr lang="es-AR"/>
                        </m:ctrlPr>
                      </m:sSubSupPr>
                      <m:e>
                        <m:r>
                          <a:rPr lang="es-AR"/>
                          <m:t>⍵</m:t>
                        </m:r>
                      </m:e>
                      <m:sub>
                        <m:r>
                          <a:rPr lang="es-AR"/>
                          <m:t>𝑚</m:t>
                        </m:r>
                      </m:sub>
                      <m:sup>
                        <m:r>
                          <a:rPr lang="es-AR"/>
                          <m:t>∗</m:t>
                        </m:r>
                      </m:sup>
                    </m:sSubSup>
                    <m:d>
                      <m:dPr>
                        <m:ctrlPr>
                          <a:rPr lang="es-AR"/>
                        </m:ctrlPr>
                      </m:dPr>
                      <m:e>
                        <m:r>
                          <a:rPr lang="es-AR"/>
                          <m:t>𝑡</m:t>
                        </m:r>
                      </m:e>
                    </m:d>
                  </m:oMath>
                </a14:m>
                <a:r>
                  <a:rPr lang="es-AR" dirty="0"/>
                  <a:t> y observador</a:t>
                </a:r>
              </a:p>
            </p:txBody>
          </p:sp>
        </mc:Choice>
        <mc:Fallback>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m:ctrlPr>
                      </m:sSubPr>
                      <m:e>
                        <m:r>
                          <a:rPr lang="es-AR"/>
                          <m:t>𝑇</m:t>
                        </m:r>
                      </m:e>
                      <m:sub>
                        <m:r>
                          <a:rPr lang="es-AR"/>
                          <m:t>𝑚</m:t>
                        </m:r>
                      </m:sub>
                    </m:sSub>
                    <m:d>
                      <m:dPr>
                        <m:ctrlPr>
                          <a:rPr lang="es-AR"/>
                        </m:ctrlPr>
                      </m:dPr>
                      <m:e>
                        <m:r>
                          <a:rPr lang="es-AR"/>
                          <m:t>𝑡</m:t>
                        </m:r>
                      </m:e>
                    </m:d>
                  </m:oMath>
                </a14:m>
                <a:endParaRPr lang="es-AR" dirty="0"/>
              </a:p>
            </p:txBody>
          </p:sp>
        </mc:Choice>
        <mc:Fallback>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m:ctrlPr>
                      </m:sSubPr>
                      <m:e>
                        <m:r>
                          <a:rPr lang="es-AR"/>
                          <m:t>𝑖</m:t>
                        </m:r>
                      </m:e>
                      <m:sub>
                        <m:r>
                          <a:rPr lang="es-AR"/>
                          <m:t>𝑎𝑏𝑐</m:t>
                        </m:r>
                      </m:sub>
                    </m:sSub>
                    <m:d>
                      <m:dPr>
                        <m:ctrlPr>
                          <a:rPr lang="es-AR"/>
                        </m:ctrlPr>
                      </m:dPr>
                      <m:e>
                        <m:r>
                          <a:rPr lang="es-AR"/>
                          <m:t>𝑡</m:t>
                        </m:r>
                      </m:e>
                    </m:d>
                  </m:oMath>
                </a14:m>
                <a:endParaRPr lang="es-AR" dirty="0"/>
              </a:p>
            </p:txBody>
          </p:sp>
        </mc:Choice>
        <mc:Fallback>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m:ctrlPr>
                      </m:sSubPr>
                      <m:e>
                        <m:r>
                          <a:rPr lang="es-AR"/>
                          <m:t>𝑣</m:t>
                        </m:r>
                      </m:e>
                      <m:sub>
                        <m:r>
                          <a:rPr lang="es-AR"/>
                          <m:t>𝑎𝑏𝑐</m:t>
                        </m:r>
                      </m:sub>
                    </m:sSub>
                    <m:d>
                      <m:dPr>
                        <m:ctrlPr>
                          <a:rPr lang="es-AR"/>
                        </m:ctrlPr>
                      </m:dPr>
                      <m:e>
                        <m:r>
                          <a:rPr lang="es-AR"/>
                          <m:t>𝑡</m:t>
                        </m:r>
                      </m:e>
                    </m:d>
                  </m:oMath>
                </a14:m>
                <a:endParaRPr lang="es-AR" dirty="0"/>
              </a:p>
            </p:txBody>
          </p:sp>
        </mc:Choice>
        <mc:Fallback>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mc:Choice xmlns:a14="http://schemas.microsoft.com/office/drawing/2010/main"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mc:Choice xmlns:a14="http://schemas.microsoft.com/office/drawing/2010/main"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m:ctrlPr>
                      </m:sSubPr>
                      <m:e>
                        <m:r>
                          <a:rPr lang="es-AR"/>
                          <m:t>𝑇</m:t>
                        </m:r>
                      </m:e>
                      <m:sub>
                        <m:r>
                          <a:rPr lang="es-AR"/>
                          <m:t>𝑙𝑑</m:t>
                        </m:r>
                      </m:sub>
                    </m:sSub>
                  </m:oMath>
                </a14:m>
                <a:endParaRPr lang="es-AR" dirty="0"/>
              </a:p>
            </p:txBody>
          </p:sp>
        </mc:Choice>
        <mc:Fallback>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mc:Choice xmlns:a14="http://schemas.microsoft.com/office/drawing/2010/main"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17</m:t>
                                </m:r>
                                <m:r>
                                  <a:rPr lang="es-AR" sz="1100">
                                    <a:effectLst/>
                                  </a:rPr>
                                  <m:t>.</m:t>
                                </m:r>
                                <m:r>
                                  <a:rPr lang="es-AR" sz="1100">
                                    <a:effectLst/>
                                  </a:rPr>
                                  <m:t>0</m:t>
                                </m:r>
                                <m:r>
                                  <a:rPr lang="es-AR" sz="1100">
                                    <a:effectLst/>
                                  </a:rPr>
                                  <m:t>  </m:t>
                                </m:r>
                                <m:r>
                                  <a:rPr lang="es-AR" sz="1100">
                                    <a:effectLst/>
                                  </a:rPr>
                                  <m:t>𝑁</m:t>
                                </m:r>
                                <m:r>
                                  <a:rPr lang="es-AR" sz="1100">
                                    <a:effectLst/>
                                  </a:rPr>
                                  <m:t>.</m:t>
                                </m:r>
                                <m:r>
                                  <a:rPr lang="es-AR" sz="1100">
                                    <a:effectLst/>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45</m:t>
                                </m:r>
                                <m:r>
                                  <a:rPr lang="es-AR" sz="1100">
                                    <a:effectLst/>
                                  </a:rPr>
                                  <m:t>.</m:t>
                                </m:r>
                                <m:r>
                                  <a:rPr lang="es-AR" sz="1100">
                                    <a:effectLst/>
                                  </a:rPr>
                                  <m:t>0</m:t>
                                </m:r>
                                <m:r>
                                  <a:rPr lang="es-AR" sz="1100">
                                    <a:effectLst/>
                                  </a:rPr>
                                  <m:t>  </m:t>
                                </m:r>
                                <m:r>
                                  <a:rPr lang="es-AR" sz="1100">
                                    <a:effectLst/>
                                  </a:rPr>
                                  <m:t>𝑁</m:t>
                                </m:r>
                                <m:r>
                                  <a:rPr lang="es-AR" sz="1100">
                                    <a:effectLst/>
                                  </a:rPr>
                                  <m:t>.</m:t>
                                </m:r>
                                <m:r>
                                  <a:rPr lang="es-AR" sz="1100">
                                    <a:effectLst/>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0</m:t>
                                </m:r>
                                <m:r>
                                  <a:rPr lang="es-AR" sz="1100">
                                    <a:effectLst/>
                                  </a:rPr>
                                  <m:t>.</m:t>
                                </m:r>
                                <m:r>
                                  <a:rPr lang="es-AR" sz="1100">
                                    <a:effectLst/>
                                  </a:rPr>
                                  <m:t>0390</m:t>
                                </m:r>
                                <m:r>
                                  <a:rPr lang="es-AR" sz="1100">
                                    <a:effectLst/>
                                  </a:rPr>
                                  <m:t>  </m:t>
                                </m:r>
                                <m:r>
                                  <a:rPr lang="es-AR" sz="1100">
                                    <a:effectLst/>
                                  </a:rPr>
                                  <m:t>𝑁</m:t>
                                </m:r>
                                <m:r>
                                  <a:rPr lang="es-AR" sz="1100">
                                    <a:effectLst/>
                                  </a:rPr>
                                  <m:t>.</m:t>
                                </m:r>
                                <m:r>
                                  <a:rPr lang="es-AR" sz="1100">
                                    <a:effectLst/>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5</m:t>
                                </m:r>
                                <m:r>
                                  <a:rPr lang="es-AR" sz="1100">
                                    <a:effectLst/>
                                  </a:rPr>
                                  <m:t>.</m:t>
                                </m:r>
                                <m:r>
                                  <a:rPr lang="es-AR" sz="1100">
                                    <a:effectLst/>
                                  </a:rPr>
                                  <m:t>0115</m:t>
                                </m:r>
                                <m:r>
                                  <a:rPr lang="es-AR" sz="1100">
                                    <a:effectLst/>
                                  </a:rPr>
                                  <m:t>  </m:t>
                                </m:r>
                                <m:r>
                                  <a:rPr lang="es-AR" sz="1100">
                                    <a:effectLst/>
                                  </a:rPr>
                                  <m:t>𝑁</m:t>
                                </m:r>
                                <m:r>
                                  <a:rPr lang="es-AR" sz="1100">
                                    <a:effectLst/>
                                  </a:rPr>
                                  <m:t>.</m:t>
                                </m:r>
                                <m:r>
                                  <a:rPr lang="es-AR" sz="1100">
                                    <a:effectLst/>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6</m:t>
                                </m:r>
                                <m:r>
                                  <a:rPr lang="es-AR" sz="1100">
                                    <a:effectLst/>
                                  </a:rPr>
                                  <m:t>.</m:t>
                                </m:r>
                                <m:r>
                                  <a:rPr lang="es-AR" sz="1100">
                                    <a:effectLst/>
                                  </a:rPr>
                                  <m:t>28</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6</m:t>
                                </m:r>
                                <m:r>
                                  <a:rPr lang="es-AR" sz="1100">
                                    <a:effectLst/>
                                  </a:rPr>
                                  <m:t>.</m:t>
                                </m:r>
                                <m:r>
                                  <a:rPr lang="es-AR" sz="1100">
                                    <a:effectLst/>
                                  </a:rPr>
                                  <m:t>28</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m:t>
                                </m:r>
                                <m:r>
                                  <a:rPr lang="es-AR" sz="1100">
                                    <a:effectLst/>
                                  </a:rPr>
                                  <m:t>.</m:t>
                                </m:r>
                                <m:r>
                                  <a:rPr lang="es-AR" sz="1100">
                                    <a:effectLst/>
                                  </a:rPr>
                                  <m:t>0000</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m:t>
                                </m:r>
                                <m:r>
                                  <a:rPr lang="es-AR" sz="1100">
                                    <a:effectLst/>
                                  </a:rPr>
                                  <m:t>.</m:t>
                                </m:r>
                                <m:r>
                                  <a:rPr lang="es-AR" sz="1100">
                                    <a:effectLst/>
                                  </a:rPr>
                                  <m:t>5951</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691</m:t>
                                </m:r>
                                <m:r>
                                  <a:rPr lang="es-AR" sz="1100">
                                    <a:effectLst/>
                                  </a:rPr>
                                  <m:t>.</m:t>
                                </m:r>
                                <m:r>
                                  <a:rPr lang="es-AR" sz="1100">
                                    <a:effectLst/>
                                  </a:rPr>
                                  <m:t>15</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691</m:t>
                                </m:r>
                                <m:r>
                                  <a:rPr lang="es-AR" sz="1100">
                                    <a:effectLst/>
                                  </a:rPr>
                                  <m:t>.</m:t>
                                </m:r>
                                <m:r>
                                  <a:rPr lang="es-AR" sz="1100">
                                    <a:effectLst/>
                                  </a:rPr>
                                  <m:t>15</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120</m:t>
                                </m:r>
                                <m:r>
                                  <a:rPr lang="es-AR" sz="1100">
                                    <a:effectLst/>
                                  </a:rPr>
                                  <m:t>.</m:t>
                                </m:r>
                                <m:r>
                                  <a:rPr lang="es-AR" sz="1100">
                                    <a:effectLst/>
                                  </a:rPr>
                                  <m:t>0000</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191</m:t>
                                </m:r>
                                <m:r>
                                  <a:rPr lang="es-AR" sz="1100">
                                    <a:effectLst/>
                                  </a:rPr>
                                  <m:t>.</m:t>
                                </m:r>
                                <m:r>
                                  <a:rPr lang="es-AR" sz="1100">
                                    <a:effectLst/>
                                  </a:rPr>
                                  <m:t>4139</m:t>
                                </m:r>
                                <m:r>
                                  <a:rPr lang="es-AR" sz="1100">
                                    <a:effectLst/>
                                  </a:rPr>
                                  <m:t> </m:t>
                                </m:r>
                                <m:f>
                                  <m:fPr>
                                    <m:type m:val="lin"/>
                                    <m:ctrlPr>
                                      <a:rPr lang="es-AR" sz="1100">
                                        <a:effectLst/>
                                      </a:rPr>
                                    </m:ctrlPr>
                                  </m:fPr>
                                  <m:num>
                                    <m:r>
                                      <a:rPr lang="es-AR" sz="1100">
                                        <a:effectLst/>
                                      </a:rPr>
                                      <m:t>𝑟𝑎𝑑</m:t>
                                    </m:r>
                                  </m:num>
                                  <m:den>
                                    <m:r>
                                      <a:rPr lang="es-AR" sz="1100">
                                        <a:effectLst/>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0</m:t>
                                </m:r>
                                <m:r>
                                  <a:rPr lang="es-AR" sz="1100">
                                    <a:effectLst/>
                                  </a:rPr>
                                  <m:t>.</m:t>
                                </m:r>
                                <m:r>
                                  <a:rPr lang="es-AR" sz="1100">
                                    <a:effectLst/>
                                  </a:rPr>
                                  <m:t>4</m:t>
                                </m:r>
                                <m:r>
                                  <a:rPr lang="es-AR" sz="1100">
                                    <a:effectLst/>
                                  </a:rPr>
                                  <m:t> </m:t>
                                </m:r>
                                <m:r>
                                  <a:rPr lang="es-AR" sz="1100">
                                    <a:effectLst/>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2</m:t>
                                </m:r>
                                <m:r>
                                  <a:rPr lang="es-AR" sz="1100">
                                    <a:effectLst/>
                                  </a:rPr>
                                  <m:t>.</m:t>
                                </m:r>
                                <m:r>
                                  <a:rPr lang="es-AR" sz="1100">
                                    <a:effectLst/>
                                  </a:rPr>
                                  <m:t>0</m:t>
                                </m:r>
                                <m:r>
                                  <a:rPr lang="es-AR" sz="1100">
                                    <a:effectLst/>
                                  </a:rPr>
                                  <m:t> </m:t>
                                </m:r>
                                <m:r>
                                  <a:rPr lang="es-AR" sz="1100">
                                    <a:effectLst/>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0</m:t>
                                </m:r>
                                <m:r>
                                  <a:rPr lang="es-AR" sz="1100">
                                    <a:effectLst/>
                                  </a:rPr>
                                  <m:t>.</m:t>
                                </m:r>
                                <m:r>
                                  <a:rPr lang="es-AR" sz="1100">
                                    <a:effectLst/>
                                  </a:rPr>
                                  <m:t>5412</m:t>
                                </m:r>
                                <m:r>
                                  <a:rPr lang="es-AR" sz="1100">
                                    <a:effectLst/>
                                  </a:rPr>
                                  <m:t> </m:t>
                                </m:r>
                                <m:r>
                                  <a:rPr lang="es-AR" sz="1100">
                                    <a:effectLst/>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72</m:t>
                                </m:r>
                                <m:r>
                                  <a:rPr lang="es-AR" sz="1100">
                                    <a:effectLst/>
                                  </a:rPr>
                                  <m:t>.</m:t>
                                </m:r>
                                <m:r>
                                  <a:rPr lang="es-AR" sz="1100">
                                    <a:effectLst/>
                                  </a:rPr>
                                  <m:t>4853</m:t>
                                </m:r>
                                <m:r>
                                  <a:rPr lang="es-AR" sz="1100">
                                    <a:effectLst/>
                                  </a:rPr>
                                  <m:t> </m:t>
                                </m:r>
                                <m:r>
                                  <a:rPr lang="es-AR" sz="1100">
                                    <a:effectLst/>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30</m:t>
                                </m:r>
                                <m:r>
                                  <a:rPr lang="es-AR" sz="1100">
                                    <a:effectLst/>
                                  </a:rPr>
                                  <m:t> </m:t>
                                </m:r>
                                <m:r>
                                  <m:rPr>
                                    <m:sty m:val="p"/>
                                  </m:rPr>
                                  <a:rPr lang="es-AR" sz="1100">
                                    <a:effectLst/>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48</m:t>
                                </m:r>
                                <m:r>
                                  <a:rPr lang="es-AR" sz="1100">
                                    <a:effectLst/>
                                  </a:rPr>
                                  <m:t> </m:t>
                                </m:r>
                                <m:r>
                                  <m:rPr>
                                    <m:sty m:val="p"/>
                                  </m:rPr>
                                  <a:rPr lang="es-AR" sz="1100">
                                    <a:effectLst/>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5</m:t>
                                </m:r>
                                <m:r>
                                  <a:rPr lang="es-AR" sz="1100">
                                    <a:effectLst/>
                                  </a:rPr>
                                  <m:t>.</m:t>
                                </m:r>
                                <m:r>
                                  <a:rPr lang="es-AR" sz="1100">
                                    <a:effectLst/>
                                  </a:rPr>
                                  <m:t>0662</m:t>
                                </m:r>
                                <m:r>
                                  <a:rPr lang="es-AR" sz="1100">
                                    <a:effectLst/>
                                  </a:rPr>
                                  <m:t> </m:t>
                                </m:r>
                                <m:r>
                                  <m:rPr>
                                    <m:sty m:val="p"/>
                                  </m:rPr>
                                  <a:rPr lang="es-AR" sz="1100">
                                    <a:effectLst/>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rPr>
                                  <m:t>1972</m:t>
                                </m:r>
                                <m:r>
                                  <a:rPr lang="es-AR" sz="1100">
                                    <a:effectLst/>
                                  </a:rPr>
                                  <m:t>.</m:t>
                                </m:r>
                                <m:r>
                                  <a:rPr lang="es-AR" sz="1100">
                                    <a:effectLst/>
                                  </a:rPr>
                                  <m:t>1495</m:t>
                                </m:r>
                                <m:r>
                                  <a:rPr lang="es-AR" sz="1100">
                                    <a:effectLst/>
                                  </a:rPr>
                                  <m:t> </m:t>
                                </m:r>
                                <m:r>
                                  <m:rPr>
                                    <m:sty m:val="p"/>
                                  </m:rPr>
                                  <a:rPr lang="es-AR" sz="1100">
                                    <a:effectLst/>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m:ctrlPr>
                      </m:sSubPr>
                      <m:e>
                        <m:r>
                          <a:rPr lang="es-AR"/>
                          <m:t>𝑇</m:t>
                        </m:r>
                      </m:e>
                      <m:sub>
                        <m:r>
                          <a:rPr lang="es-AR"/>
                          <m:t>𝑚</m:t>
                        </m:r>
                      </m:sub>
                    </m:sSub>
                  </m:oMath>
                </a14:m>
                <a:endParaRPr lang="es-AR" dirty="0"/>
              </a:p>
            </p:txBody>
          </p:sp>
        </mc:Choice>
        <mc:Fallback>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m:ctrlPr>
                      </m:sSubPr>
                      <m:e>
                        <m:r>
                          <a:rPr lang="es-AR"/>
                          <m:t>𝑖</m:t>
                        </m:r>
                      </m:e>
                      <m:sub>
                        <m:r>
                          <a:rPr lang="es-AR"/>
                          <m:t>𝑎𝑏𝑐</m:t>
                        </m:r>
                      </m:sub>
                    </m:sSub>
                  </m:oMath>
                </a14:m>
                <a:endParaRPr lang="es-AR" dirty="0"/>
              </a:p>
            </p:txBody>
          </p:sp>
        </mc:Choice>
        <mc:Fallback>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m:ctrlPr>
                      </m:sSubPr>
                      <m:e>
                        <m:r>
                          <a:rPr lang="es-AR"/>
                          <m:t>𝑖</m:t>
                        </m:r>
                      </m:e>
                      <m:sub>
                        <m:r>
                          <a:rPr lang="es-AR"/>
                          <m:t>𝑎𝑏𝑐</m:t>
                        </m:r>
                      </m:sub>
                    </m:sSub>
                  </m:oMath>
                </a14:m>
                <a:endParaRPr lang="es-AR" dirty="0"/>
              </a:p>
            </p:txBody>
          </p:sp>
        </mc:Choice>
        <mc:Fallback>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1187</TotalTime>
  <Words>12280</Words>
  <Application>Microsoft Office PowerPoint</Application>
  <PresentationFormat>Panorámica</PresentationFormat>
  <Paragraphs>1238</Paragraphs>
  <Slides>94</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94</vt:i4>
      </vt:variant>
    </vt:vector>
  </HeadingPairs>
  <TitlesOfParts>
    <vt:vector size="101"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76</cp:revision>
  <dcterms:created xsi:type="dcterms:W3CDTF">2013-01-27T09:14:16Z</dcterms:created>
  <dcterms:modified xsi:type="dcterms:W3CDTF">2026-04-17T22:22:44Z</dcterms:modified>
  <cp:category/>
</cp:coreProperties>
</file>