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1310" autoAdjust="0"/>
  </p:normalViewPr>
  <p:slideViewPr>
    <p:cSldViewPr snapToGrid="0" snapToObjects="1">
      <p:cViewPr varScale="1">
        <p:scale>
          <a:sx n="104" d="100"/>
          <a:sy n="104" d="100"/>
        </p:scale>
        <p:origin x="930"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5/5/2026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7" name="Text 15"/>
              <p:cNvSpPr/>
              <p:nvPr/>
            </p:nvSpPr>
            <p:spPr>
              <a:xfrm>
                <a:off x="381000" y="4085986"/>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p:sp>
            <p:nvSpPr>
              <p:cNvPr id="17" name="Text 15"/>
              <p:cNvSpPr>
                <a:spLocks noRot="1" noChangeAspect="1" noMove="1" noResize="1" noEditPoints="1" noAdjustHandles="1" noChangeArrowheads="1" noChangeShapeType="1" noTextEdit="1"/>
              </p:cNvSpPr>
              <p:nvPr/>
            </p:nvSpPr>
            <p:spPr>
              <a:xfrm>
                <a:off x="381000" y="4085986"/>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mc:Choice xmlns:a14="http://schemas.microsoft.com/office/drawing/2010/main"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mc:Choice xmlns:a14="http://schemas.microsoft.com/office/drawing/2010/main"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7"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58932"/>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58932"/>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77969"/>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5975</TotalTime>
  <Words>14325</Words>
  <Application>Microsoft Office PowerPoint</Application>
  <PresentationFormat>Panorámica</PresentationFormat>
  <Paragraphs>1410</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249</cp:revision>
  <dcterms:created xsi:type="dcterms:W3CDTF">2013-01-27T09:14:16Z</dcterms:created>
  <dcterms:modified xsi:type="dcterms:W3CDTF">2026-05-05T12:54:47Z</dcterms:modified>
  <cp:category/>
</cp:coreProperties>
</file>