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002" autoAdjust="0"/>
    <p:restoredTop sz="96357" autoAdjust="0"/>
  </p:normalViewPr>
  <p:slideViewPr>
    <p:cSldViewPr snapToGrid="0" snapToObjects="1">
      <p:cViewPr varScale="1">
        <p:scale>
          <a:sx n="114" d="100"/>
          <a:sy n="114" d="100"/>
        </p:scale>
        <p:origin x="52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6/5/2026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381000" y="4085986"/>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381000" y="4085986"/>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1192928" y="816440"/>
            <a:ext cx="9141982"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rcRect/>
          <a:stretch/>
        </p:blipFill>
        <p:spPr>
          <a:xfrm>
            <a:off x="1834064" y="739997"/>
            <a:ext cx="7961675"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7090</TotalTime>
  <Words>14315</Words>
  <Application>Microsoft Office PowerPoint</Application>
  <PresentationFormat>Panorámica</PresentationFormat>
  <Paragraphs>1410</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264</cp:revision>
  <dcterms:created xsi:type="dcterms:W3CDTF">2013-01-27T09:14:16Z</dcterms:created>
  <dcterms:modified xsi:type="dcterms:W3CDTF">2026-05-07T00:52:26Z</dcterms:modified>
  <cp:category/>
</cp:coreProperties>
</file>