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02" autoAdjust="0"/>
    <p:restoredTop sz="94477" autoAdjust="0"/>
  </p:normalViewPr>
  <p:slideViewPr>
    <p:cSldViewPr snapToGrid="0" snapToObjects="1">
      <p:cViewPr varScale="1">
        <p:scale>
          <a:sx n="108" d="100"/>
          <a:sy n="108" d="100"/>
        </p:scale>
        <p:origin x="768"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image" Target="../media/image350.png"/><Relationship Id="rId1" Type="http://schemas.openxmlformats.org/officeDocument/2006/relationships/slideLayout" Target="../slideLayouts/slideLayout7.xml"/><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mc:Choice xmlns:a14="http://schemas.microsoft.com/office/drawing/2010/main"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m:ctrlPr>
                        </m:mPr>
                        <m:mr>
                          <m:e>
                            <m:acc>
                              <m:accPr>
                                <m:chr m:val="̇"/>
                                <m:ctrlPr>
                                  <a:rPr lang="es-AR" sz="1400" i="1"/>
                                </m:ctrlPr>
                              </m:accPr>
                              <m:e>
                                <m:r>
                                  <a:rPr lang="es-AR" sz="1400" i="1"/>
                                  <m:t>𝑥</m:t>
                                </m:r>
                              </m:e>
                            </m:acc>
                            <m:d>
                              <m:dPr>
                                <m:ctrlPr>
                                  <a:rPr lang="es-AR" sz="1400" i="1"/>
                                </m:ctrlPr>
                              </m:dPr>
                              <m:e>
                                <m:r>
                                  <a:rPr lang="es-AR" sz="1400" i="1"/>
                                  <m:t>𝑡</m:t>
                                </m:r>
                              </m:e>
                            </m:d>
                            <m:r>
                              <a:rPr lang="es-AR" sz="1400" i="1"/>
                              <m:t>=</m:t>
                            </m:r>
                            <m:r>
                              <a:rPr lang="es-AR" sz="1400" i="1"/>
                              <m:t>𝑓</m:t>
                            </m:r>
                            <m:d>
                              <m:dPr>
                                <m:ctrlPr>
                                  <a:rPr lang="es-AR" sz="1400" i="1"/>
                                </m:ctrlPr>
                              </m:dPr>
                              <m:e>
                                <m:r>
                                  <a:rPr lang="es-AR" sz="1400" i="1"/>
                                  <m:t>𝑥</m:t>
                                </m:r>
                                <m:d>
                                  <m:dPr>
                                    <m:ctrlPr>
                                      <a:rPr lang="es-AR" sz="1400" i="1"/>
                                    </m:ctrlPr>
                                  </m:dPr>
                                  <m:e>
                                    <m:r>
                                      <a:rPr lang="es-AR" sz="1400" i="1"/>
                                      <m:t>𝑡</m:t>
                                    </m:r>
                                  </m:e>
                                </m:d>
                                <m:r>
                                  <a:rPr lang="es-AR" sz="1400" i="1"/>
                                  <m:t>,</m:t>
                                </m:r>
                                <m:r>
                                  <a:rPr lang="es-AR" sz="1400" i="1"/>
                                  <m:t>𝑢</m:t>
                                </m:r>
                                <m:d>
                                  <m:dPr>
                                    <m:ctrlPr>
                                      <a:rPr lang="es-AR" sz="1400" i="1"/>
                                    </m:ctrlPr>
                                  </m:dPr>
                                  <m:e>
                                    <m:r>
                                      <a:rPr lang="es-AR" sz="1400" i="1"/>
                                      <m:t>𝑡</m:t>
                                    </m:r>
                                  </m:e>
                                </m:d>
                              </m:e>
                            </m:d>
                            <m:r>
                              <a:rPr lang="es-AR" sz="1400" i="1"/>
                              <m:t>,</m:t>
                            </m:r>
                            <m:r>
                              <a:rPr lang="es-AR" sz="1400"/>
                              <m:t> </m:t>
                            </m:r>
                            <m:r>
                              <a:rPr lang="es-AR" sz="1400" i="1"/>
                              <m:t>𝑥</m:t>
                            </m:r>
                            <m:d>
                              <m:dPr>
                                <m:ctrlPr>
                                  <a:rPr lang="es-AR" sz="1400" i="1"/>
                                </m:ctrlPr>
                              </m:dPr>
                              <m:e>
                                <m:sSub>
                                  <m:sSubPr>
                                    <m:ctrlPr>
                                      <a:rPr lang="es-AR" sz="1400" i="1"/>
                                    </m:ctrlPr>
                                  </m:sSubPr>
                                  <m:e>
                                    <m:r>
                                      <a:rPr lang="es-AR" sz="1400" i="1"/>
                                      <m:t>𝑡</m:t>
                                    </m:r>
                                  </m:e>
                                  <m:sub>
                                    <m:r>
                                      <a:rPr lang="es-AR" sz="1400" i="1"/>
                                      <m:t>0</m:t>
                                    </m:r>
                                  </m:sub>
                                </m:sSub>
                              </m:e>
                            </m:d>
                            <m:r>
                              <a:rPr lang="es-AR" sz="1400" i="1"/>
                              <m:t>=</m:t>
                            </m:r>
                            <m:sSub>
                              <m:sSubPr>
                                <m:ctrlPr>
                                  <a:rPr lang="es-AR" sz="1400" i="1"/>
                                </m:ctrlPr>
                              </m:sSubPr>
                              <m:e>
                                <m:r>
                                  <a:rPr lang="es-AR" sz="1400" i="1"/>
                                  <m:t>𝑥</m:t>
                                </m:r>
                              </m:e>
                              <m:sub>
                                <m:r>
                                  <a:rPr lang="es-AR" sz="1400" i="1"/>
                                  <m:t>0</m:t>
                                </m:r>
                              </m:sub>
                            </m:sSub>
                          </m:e>
                        </m:mr>
                        <m:mr>
                          <m:e>
                            <m:r>
                              <a:rPr lang="es-AR" sz="1400" i="1"/>
                              <m:t>𝑦</m:t>
                            </m:r>
                            <m:d>
                              <m:dPr>
                                <m:ctrlPr>
                                  <a:rPr lang="es-AR" sz="1400" i="1"/>
                                </m:ctrlPr>
                              </m:dPr>
                              <m:e>
                                <m:r>
                                  <a:rPr lang="es-AR" sz="1400" i="1"/>
                                  <m:t>𝑡</m:t>
                                </m:r>
                              </m:e>
                            </m:d>
                            <m:r>
                              <a:rPr lang="es-AR" sz="1400" i="1"/>
                              <m:t>=</m:t>
                            </m:r>
                            <m:r>
                              <a:rPr lang="es-AR" sz="1400" i="1"/>
                              <m:t>𝐶𝑥</m:t>
                            </m:r>
                            <m:d>
                              <m:dPr>
                                <m:ctrlPr>
                                  <a:rPr lang="es-AR" sz="1400" i="1"/>
                                </m:ctrlPr>
                              </m:dPr>
                              <m:e>
                                <m:r>
                                  <a:rPr lang="es-AR" sz="1400" i="1"/>
                                  <m:t>𝑡</m:t>
                                </m:r>
                              </m:e>
                            </m:d>
                            <m:r>
                              <a:rPr lang="es-AR" sz="1400" i="1"/>
                              <m:t>                                        </m:t>
                            </m:r>
                          </m:e>
                        </m:mr>
                      </m:m>
                    </m:oMath>
                  </m:oMathPara>
                </a14:m>
                <a:endParaRPr lang="en-US" sz="1400" dirty="0"/>
              </a:p>
            </p:txBody>
          </p:sp>
        </mc:Choice>
        <mc:Fallback>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4440</TotalTime>
  <Words>13847</Words>
  <Application>Microsoft Office PowerPoint</Application>
  <PresentationFormat>Panorámica</PresentationFormat>
  <Paragraphs>1364</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197</cp:revision>
  <dcterms:created xsi:type="dcterms:W3CDTF">2013-01-27T09:14:16Z</dcterms:created>
  <dcterms:modified xsi:type="dcterms:W3CDTF">2026-04-27T14:25:07Z</dcterms:modified>
  <cp:category/>
</cp:coreProperties>
</file>