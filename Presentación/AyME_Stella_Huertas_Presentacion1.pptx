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81" d="100"/>
          <a:sy n="81" d="100"/>
        </p:scale>
        <p:origin x="797"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28/4/2026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0.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3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0.png"/><Relationship Id="rId4" Type="http://schemas.openxmlformats.org/officeDocument/2006/relationships/image" Target="../media/image189.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1.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3.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4.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8.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1.png"/><Relationship Id="rId4" Type="http://schemas.openxmlformats.org/officeDocument/2006/relationships/image" Target="../media/image249.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transformaciones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m:t>
                                </m:r>
                                <m:r>
                                  <a:rPr lang="es-AR" sz="1400">
                                    <a:effectLst/>
                                    <a:latin typeface="Cambria Math" panose="02040503050406030204" pitchFamily="18" charset="0"/>
                                  </a:rPr>
                                  <m:t>31</m:t>
                                </m:r>
                                <m:r>
                                  <a:rPr lang="es-AR" sz="1400">
                                    <a:effectLst/>
                                    <a:latin typeface="Cambria Math" panose="02040503050406030204" pitchFamily="18" charset="0"/>
                                  </a:rPr>
                                  <m:t>.</m:t>
                                </m:r>
                                <m:r>
                                  <a:rPr lang="es-AR" sz="1400">
                                    <a:effectLst/>
                                    <a:latin typeface="Cambria Math" panose="02040503050406030204" pitchFamily="18" charset="0"/>
                                  </a:rPr>
                                  <m:t>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m:t>
                                </m:r>
                                <m:r>
                                  <a:rPr lang="es-AR" sz="1400">
                                    <a:effectLst/>
                                    <a:latin typeface="Cambria Math" panose="02040503050406030204" pitchFamily="18" charset="0"/>
                                  </a:rPr>
                                  <m:t>10129</m:t>
                                </m:r>
                                <m:r>
                                  <a:rPr lang="es-AR" sz="1400">
                                    <a:effectLst/>
                                    <a:latin typeface="Cambria Math" panose="02040503050406030204" pitchFamily="18" charset="0"/>
                                  </a:rPr>
                                  <m:t>.</m:t>
                                </m:r>
                                <m:r>
                                  <a:rPr lang="es-AR" sz="1400">
                                    <a:effectLst/>
                                    <a:latin typeface="Cambria Math" panose="02040503050406030204" pitchFamily="18" charset="0"/>
                                  </a:rPr>
                                  <m:t>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m:t>
                                </m:r>
                                <m:r>
                                  <a:rPr lang="es-AR" sz="1400">
                                    <a:effectLst/>
                                    <a:latin typeface="Cambria Math" panose="02040503050406030204" pitchFamily="18" charset="0"/>
                                  </a:rPr>
                                  <m:t>9</m:t>
                                </m:r>
                                <m:r>
                                  <a:rPr lang="es-AR" sz="1400">
                                    <a:effectLst/>
                                    <a:latin typeface="Cambria Math" panose="02040503050406030204" pitchFamily="18" charset="0"/>
                                  </a:rPr>
                                  <m:t>.</m:t>
                                </m:r>
                                <m:r>
                                  <a:rPr lang="es-AR" sz="1400">
                                    <a:effectLst/>
                                    <a:latin typeface="Cambria Math" panose="02040503050406030204" pitchFamily="18" charset="0"/>
                                  </a:rPr>
                                  <m:t>6</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m:t>
                                </m:r>
                                <m:r>
                                  <a:rPr lang="es-AR" sz="1400">
                                    <a:effectLst/>
                                    <a:latin typeface="Cambria Math" panose="02040503050406030204" pitchFamily="18" charset="0"/>
                                  </a:rPr>
                                  <m:t>3</m:t>
                                </m:r>
                                <m:r>
                                  <a:rPr lang="es-AR" sz="1400">
                                    <a:effectLst/>
                                    <a:latin typeface="Cambria Math" panose="02040503050406030204" pitchFamily="18" charset="0"/>
                                  </a:rPr>
                                  <m:t>.</m:t>
                                </m:r>
                                <m:r>
                                  <a:rPr lang="es-AR" sz="1400">
                                    <a:effectLst/>
                                    <a:latin typeface="Cambria Math" panose="02040503050406030204" pitchFamily="18" charset="0"/>
                                  </a:rPr>
                                  <m:t>072</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m:t>
                                </m:r>
                                <m:r>
                                  <a:rPr lang="es-AR" sz="1400">
                                    <a:effectLst/>
                                    <a:latin typeface="Cambria Math" panose="02040503050406030204" pitchFamily="18" charset="0"/>
                                  </a:rPr>
                                  <m:t>3</m:t>
                                </m:r>
                                <m:r>
                                  <a:rPr lang="es-AR" sz="1400">
                                    <a:effectLst/>
                                    <a:latin typeface="Cambria Math" panose="02040503050406030204" pitchFamily="18" charset="0"/>
                                  </a:rPr>
                                  <m:t>.</m:t>
                                </m:r>
                                <m:r>
                                  <a:rPr lang="es-AR" sz="1400">
                                    <a:effectLst/>
                                    <a:latin typeface="Cambria Math" panose="02040503050406030204" pitchFamily="18" charset="0"/>
                                  </a:rPr>
                                  <m:t>2768</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m:t>
                                </m:r>
                                <m:r>
                                  <a:rPr lang="es-AR" sz="1400">
                                    <a:effectLst/>
                                    <a:latin typeface="Cambria Math" panose="02040503050406030204" pitchFamily="18" charset="0"/>
                                  </a:rPr>
                                  <m:t>29</m:t>
                                </m:r>
                                <m:r>
                                  <a:rPr lang="es-AR" sz="1400">
                                    <a:effectLst/>
                                    <a:latin typeface="Cambria Math" panose="02040503050406030204" pitchFamily="18" charset="0"/>
                                  </a:rPr>
                                  <m:t>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m:t>
                                </m:r>
                                <m:r>
                                  <a:rPr lang="es-AR" sz="1400">
                                    <a:effectLst/>
                                    <a:latin typeface="Cambria Math" panose="02040503050406030204" pitchFamily="18" charset="0"/>
                                  </a:rPr>
                                  <m:t>33</m:t>
                                </m:r>
                                <m:r>
                                  <a:rPr lang="es-AR" sz="1400">
                                    <a:effectLst/>
                                    <a:latin typeface="Cambria Math" panose="02040503050406030204" pitchFamily="18" charset="0"/>
                                  </a:rPr>
                                  <m:t>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m:t>
                                </m:r>
                                <m:r>
                                  <a:rPr lang="es-AR" sz="1400">
                                    <a:effectLst/>
                                    <a:latin typeface="Cambria Math" panose="02040503050406030204" pitchFamily="18" charset="0"/>
                                  </a:rPr>
                                  <m:t>5000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6000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1</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05</m:t>
                                </m:r>
                                <m:r>
                                  <a:rPr lang="es-AR" sz="1400">
                                    <a:effectLst/>
                                    <a:latin typeface="Cambria Math" panose="02040503050406030204" pitchFamily="18" charset="0"/>
                                  </a:rPr>
                                  <m:t>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05</m:t>
                                </m:r>
                                <m:r>
                                  <a:rPr lang="es-AR" sz="1400">
                                    <a:effectLst/>
                                    <a:latin typeface="Cambria Math" panose="02040503050406030204" pitchFamily="18" charset="0"/>
                                  </a:rPr>
                                  <m:t>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m:t>
                                </m:r>
                                <m:r>
                                  <a:rPr lang="es-AR" sz="1400">
                                    <a:effectLst/>
                                    <a:latin typeface="Cambria Math" panose="02040503050406030204" pitchFamily="18" charset="0"/>
                                  </a:rPr>
                                  <m:t>1</m:t>
                                </m:r>
                                <m:r>
                                  <a:rPr lang="es-AR" sz="1400">
                                    <a:effectLst/>
                                    <a:latin typeface="Cambria Math" panose="02040503050406030204" pitchFamily="18" charset="0"/>
                                  </a:rPr>
                                  <m:t>.</m:t>
                                </m:r>
                                <m:r>
                                  <a:rPr lang="es-AR" sz="1400">
                                    <a:effectLst/>
                                    <a:latin typeface="Cambria Math" panose="02040503050406030204" pitchFamily="18" charset="0"/>
                                  </a:rPr>
                                  <m:t>2566</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m:t>
                                    </m:r>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4848</TotalTime>
  <Words>13738</Words>
  <Application>Microsoft Office PowerPoint</Application>
  <PresentationFormat>Panorámica</PresentationFormat>
  <Paragraphs>1340</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207</cp:revision>
  <dcterms:created xsi:type="dcterms:W3CDTF">2013-01-27T09:14:16Z</dcterms:created>
  <dcterms:modified xsi:type="dcterms:W3CDTF">2026-04-28T12:41:59Z</dcterms:modified>
  <cp:category/>
</cp:coreProperties>
</file>