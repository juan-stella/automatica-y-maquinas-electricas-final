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28/4/2026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m:ctrlPr>
                                  </m:sSubPr>
                                  <m:e>
                                    <m:acc>
                                      <m:accPr>
                                        <m:chr m:val="̇"/>
                                        <m:ctrlPr>
                                          <a:rPr lang="es-AR" sz="1600" i="1"/>
                                        </m:ctrlPr>
                                      </m:accPr>
                                      <m:e>
                                        <m:r>
                                          <a:rPr lang="es-AR" sz="1600" i="1"/>
                                          <m:t>⍵</m:t>
                                        </m:r>
                                      </m:e>
                                    </m:acc>
                                  </m:e>
                                  <m:sub>
                                    <m:r>
                                      <a:rPr lang="es-AR" sz="1600" i="1"/>
                                      <m:t>𝑚</m:t>
                                    </m:r>
                                  </m:sub>
                                </m:sSub>
                                <m:d>
                                  <m:dPr>
                                    <m:ctrlPr>
                                      <a:rPr lang="es-AR" sz="1600" i="1"/>
                                    </m:ctrlPr>
                                  </m:dPr>
                                  <m:e>
                                    <m:r>
                                      <a:rPr lang="es-AR" sz="1600" i="1"/>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mc:Choice xmlns:a14="http://schemas.microsoft.com/office/drawing/2010/main"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m:t>
                                    </m:r>
                                    <m:r>
                                      <a:rPr lang="es-AR" sz="1600" i="1">
                                        <a:latin typeface="Cambria Math" panose="02040503050406030204" pitchFamily="18" charset="0"/>
                                      </a:rPr>
                                      <m:t>,</m:t>
                                    </m:r>
                                    <m:r>
                                      <a:rPr lang="es-AR" sz="1600" i="1">
                                        <a:latin typeface="Cambria Math" panose="02040503050406030204" pitchFamily="18" charset="0"/>
                                      </a:rPr>
                                      <m:t>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m:t>
                                        </m:r>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4885</TotalTime>
  <Words>13734</Words>
  <Application>Microsoft Office PowerPoint</Application>
  <PresentationFormat>Panorámica</PresentationFormat>
  <Paragraphs>1340</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209</cp:revision>
  <dcterms:created xsi:type="dcterms:W3CDTF">2013-01-27T09:14:16Z</dcterms:created>
  <dcterms:modified xsi:type="dcterms:W3CDTF">2026-04-28T23:05:46Z</dcterms:modified>
  <cp:category/>
</cp:coreProperties>
</file>