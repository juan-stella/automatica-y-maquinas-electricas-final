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6357" autoAdjust="0"/>
  </p:normalViewPr>
  <p:slideViewPr>
    <p:cSldViewPr snapToGrid="0" snapToObjects="1">
      <p:cViewPr varScale="1">
        <p:scale>
          <a:sx n="114" d="100"/>
          <a:sy n="114" d="100"/>
        </p:scale>
        <p:origin x="41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8/5/2026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29</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80</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90</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95</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11.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25.png"/><Relationship Id="rId4" Type="http://schemas.openxmlformats.org/officeDocument/2006/relationships/image" Target="../media/image22.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5.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1.png"/><Relationship Id="rId4" Type="http://schemas.openxmlformats.org/officeDocument/2006/relationships/image" Target="../media/image350.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 Id="rId9" Type="http://schemas.openxmlformats.org/officeDocument/2006/relationships/image" Target="../media/image46.png"/></Relationships>
</file>

<file path=ppt/slides/_rels/slide25.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49.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1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47.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20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203.png"/><Relationship Id="rId4" Type="http://schemas.openxmlformats.org/officeDocument/2006/relationships/image" Target="../media/image2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2.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40.png"/><Relationship Id="rId5" Type="http://schemas.openxmlformats.org/officeDocument/2006/relationships/image" Target="../media/image239.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48.png"/><Relationship Id="rId5" Type="http://schemas.openxmlformats.org/officeDocument/2006/relationships/image" Target="../media/image247.png"/><Relationship Id="rId4" Type="http://schemas.openxmlformats.org/officeDocument/2006/relationships/image" Target="../media/image246.png"/></Relationships>
</file>

<file path=ppt/slides/_rels/slide9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49.png"/><Relationship Id="rId7" Type="http://schemas.openxmlformats.org/officeDocument/2006/relationships/image" Target="../media/image253.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52.png"/><Relationship Id="rId5" Type="http://schemas.openxmlformats.org/officeDocument/2006/relationships/image" Target="../media/image251.png"/><Relationship Id="rId4" Type="http://schemas.openxmlformats.org/officeDocument/2006/relationships/image" Target="../media/image250.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6.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45821" y="923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45821" y="16322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45821" y="235000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45821" y="306781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45821" y="3747215"/>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45821" y="446913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45821" y="51755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7871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85687"/>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349211"/>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301889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747215"/>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Diseño final y discretización </a:t>
            </a:r>
            <a:endParaRPr lang="es-AR"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455241"/>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Codificación</a:t>
            </a:r>
            <a:r>
              <a:rPr lang="en-US" sz="1200" b="1" dirty="0">
                <a:solidFill>
                  <a:srgbClr val="1A386B"/>
                </a:solidFill>
                <a:latin typeface="Calibri" pitchFamily="34" charset="0"/>
                <a:ea typeface="Calibri" pitchFamily="34" charset="-122"/>
                <a:cs typeface="Calibri" pitchFamily="34" charset="-120"/>
              </a:rPr>
              <a:t> </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pic>
        <p:nvPicPr>
          <p:cNvPr id="16" name="Picture 2" descr="The four-quadrant operation of a DC motor can be described as follows">
            <a:extLst>
              <a:ext uri="{FF2B5EF4-FFF2-40B4-BE49-F238E27FC236}">
                <a16:creationId xmlns:a16="http://schemas.microsoft.com/office/drawing/2014/main" id="{8D9D9F26-C412-4508-9C72-2443C2C53F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17668" y="4688507"/>
            <a:ext cx="2252707" cy="17722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91440" y="1109831"/>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91440" y="1109831"/>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573947" y="1582514"/>
                <a:ext cx="5007984"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573947" y="1582514"/>
                <a:ext cx="5007984" cy="548640"/>
              </a:xfrm>
              <a:prstGeom prst="rect">
                <a:avLst/>
              </a:prstGeom>
              <a:blipFill>
                <a:blip r:embed="rId2"/>
                <a:stretch>
                  <a:fillRect l="-1946" t="-70000" r="-1217" b="-75556"/>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74320" y="4070657"/>
                <a:ext cx="6155557"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500" dirty="0"/>
              </a:p>
            </p:txBody>
          </p:sp>
        </mc:Choice>
        <mc:Fallback xmlns="">
          <p:sp>
            <p:nvSpPr>
              <p:cNvPr id="17" name="Text 15"/>
              <p:cNvSpPr>
                <a:spLocks noRot="1" noChangeAspect="1" noMove="1" noResize="1" noEditPoints="1" noAdjustHandles="1" noChangeArrowheads="1" noChangeShapeType="1" noTextEdit="1"/>
              </p:cNvSpPr>
              <p:nvPr/>
            </p:nvSpPr>
            <p:spPr>
              <a:xfrm>
                <a:off x="274320" y="4070657"/>
                <a:ext cx="6155557" cy="548640"/>
              </a:xfrm>
              <a:prstGeom prst="rect">
                <a:avLst/>
              </a:prstGeom>
              <a:blipFill>
                <a:blip r:embed="rId3"/>
                <a:stretch>
                  <a:fillRect t="-82222" b="-8666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smtClean="0">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a:t>
            </a:r>
            <a:r>
              <a:rPr lang="en-US" sz="1400" dirty="0" err="1">
                <a:solidFill>
                  <a:srgbClr val="111111"/>
                </a:solidFill>
                <a:latin typeface="Calibri" pitchFamily="34" charset="0"/>
                <a:ea typeface="Calibri" pitchFamily="34" charset="-122"/>
                <a:cs typeface="Calibri" pitchFamily="34" charset="-120"/>
              </a:rPr>
              <a:t>corrientes</a:t>
            </a: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76755"/>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pic>
        <p:nvPicPr>
          <p:cNvPr id="15" name="Imagen 14">
            <a:extLst>
              <a:ext uri="{FF2B5EF4-FFF2-40B4-BE49-F238E27FC236}">
                <a16:creationId xmlns:a16="http://schemas.microsoft.com/office/drawing/2014/main" id="{EDD9B0C2-A4AE-470B-BD78-B2B38C17C5D3}"/>
              </a:ext>
            </a:extLst>
          </p:cNvPr>
          <p:cNvPicPr>
            <a:picLocks noChangeAspect="1"/>
          </p:cNvPicPr>
          <p:nvPr/>
        </p:nvPicPr>
        <p:blipFill>
          <a:blip r:embed="rId7"/>
          <a:stretch>
            <a:fillRect/>
          </a:stretch>
        </p:blipFill>
        <p:spPr>
          <a:xfrm>
            <a:off x="6905150" y="4047593"/>
            <a:ext cx="4220235" cy="842345"/>
          </a:xfrm>
          <a:prstGeom prst="rect">
            <a:avLst/>
          </a:prstGeom>
        </p:spPr>
      </p:pic>
      <p:sp>
        <p:nvSpPr>
          <p:cNvPr id="17" name="CuadroTexto 16">
            <a:extLst>
              <a:ext uri="{FF2B5EF4-FFF2-40B4-BE49-F238E27FC236}">
                <a16:creationId xmlns:a16="http://schemas.microsoft.com/office/drawing/2014/main" id="{2B47554C-3CFC-4A0C-915A-AF3092AC39BD}"/>
              </a:ext>
            </a:extLst>
          </p:cNvPr>
          <p:cNvSpPr txBox="1"/>
          <p:nvPr/>
        </p:nvSpPr>
        <p:spPr>
          <a:xfrm>
            <a:off x="5539740" y="4855660"/>
            <a:ext cx="6438900" cy="430887"/>
          </a:xfrm>
          <a:prstGeom prst="rect">
            <a:avLst/>
          </a:prstGeom>
          <a:noFill/>
        </p:spPr>
        <p:txBody>
          <a:bodyPr wrap="square">
            <a:spAutoFit/>
          </a:bodyPr>
          <a:lstStyle/>
          <a:p>
            <a:r>
              <a:rPr lang="es-AR" sz="1100" dirty="0"/>
              <a:t>La alta frecuencia del PWM (5kHz) es filtrada naturalmente por la inductancia del motor, permitiéndonos trabajar solo con la componente fundamental que efectivamente controla el movimiento del brazo.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176653"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left"/>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smtClean="0">
                                            <a:latin typeface="Cambria Math" panose="02040503050406030204" pitchFamily="18" charset="0"/>
                                          </a:rPr>
                                        </m:ctrlPr>
                                      </m:dPr>
                                      <m:e>
                                        <m:sSub>
                                          <m:sSubPr>
                                            <m:ctrlPr>
                                              <a:rPr lang="es-AR" sz="1500" i="1" smtClean="0">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176653"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7595111-B765-4817-96C6-473C4B8ED581}"/>
                  </a:ext>
                </a:extLst>
              </p:cNvPr>
              <p:cNvSpPr txBox="1"/>
              <p:nvPr/>
            </p:nvSpPr>
            <p:spPr>
              <a:xfrm>
                <a:off x="6241684" y="3938944"/>
                <a:ext cx="6102990" cy="414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sz="1400" dirty="0"/>
              </a:p>
            </p:txBody>
          </p:sp>
        </mc:Choice>
        <mc:Fallback xmlns="">
          <p:sp>
            <p:nvSpPr>
              <p:cNvPr id="10" name="CuadroTexto 9">
                <a:extLst>
                  <a:ext uri="{FF2B5EF4-FFF2-40B4-BE49-F238E27FC236}">
                    <a16:creationId xmlns:a16="http://schemas.microsoft.com/office/drawing/2014/main" id="{A7595111-B765-4817-96C6-473C4B8ED581}"/>
                  </a:ext>
                </a:extLst>
              </p:cNvPr>
              <p:cNvSpPr txBox="1">
                <a:spLocks noRot="1" noChangeAspect="1" noMove="1" noResize="1" noEditPoints="1" noAdjustHandles="1" noChangeArrowheads="1" noChangeShapeType="1" noTextEdit="1"/>
              </p:cNvSpPr>
              <p:nvPr/>
            </p:nvSpPr>
            <p:spPr>
              <a:xfrm>
                <a:off x="6241684" y="3938944"/>
                <a:ext cx="6102990" cy="414729"/>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69105"/>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69105"/>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Shape 0"/><p:cNvSpPr/><p:nvPr/></p:nvSpPr><p:spPr><a:xfrm><a:off x="0" y="0"/><a:ext cx="12192000" cy="658368"/></a:xfrm><a:prstGeom prst="rect"><a:avLst/></a:prstGeom><a:solidFill><a:srgbClr val="1A386B"/></a:solidFill><a:ln w="12700"><a:solidFill><a:srgbClr val="1A386B"/></a:solidFill><a:prstDash val="solid"/></a:ln></p:spPr></p:sp><p:sp><p:nvSpPr><p:cNvPr id="3" name="Text 1"/><p:cNvSpPr/><p:nvPr/></p:nvSpPr><p:spPr><a:xfrm><a:off x="274320" y="0"/><a:ext cx="11612880" cy="658368"/></a:xfrm><a:prstGeom prst="rect"><a:avLst/></a:prstGeom><a:noFill/><a:ln/></p:spPr><p:txBody><a:bodyPr wrap="square" rtlCol="0" anchor="ctr"/><a:lstStyle/><a:p><a:pPr marL="0" indent="0"><a:buNone/></a:pPr><a:r><a:rPr lang="en-US" sz="1900" b="1" dirty="0"><a:solidFill><a:srgbClr val="FFFFFF"/></a:solidFill><a:latin typeface="Calibri" pitchFamily="34" charset="0"/><a:ea typeface="Calibri" pitchFamily="34" charset="-122"/><a:cs typeface="Calibri" pitchFamily="34" charset="-120"/></a:rPr><a:t>Linealización jacobiana — Modelo LPV</a:t></a:r><a:endParaRPr lang="en-US" sz="1900" dirty="0"/></a:p></p:txBody></p:sp><p:sp><p:nvSpPr><p:cNvPr id="4" name="Shape 2"/><p:cNvSpPr/><p:nvPr/></p:nvSpPr><p:spPr><a:xfrm><a:off x="0" y="6565392"/><a:ext cx="12192000" cy="292608"/></a:xfrm><a:prstGeom prst="rect"><a:avLst/></a:prstGeom><a:solidFill><a:srgbClr val="1A386B"/></a:solidFill><a:ln w="12700"><a:solidFill><a:srgbClr val="1A386B"/></a:solidFill><a:prstDash val="solid"/></a:ln></p:spPr></p:sp><p:sp><p:nvSpPr><p:cNvPr id="5" name="Text 3"/><p:cNvSpPr/><p:nvPr/></p:nvSpPr><p:spPr><a:xfrm><a:off x="274320" y="6565392"/><a:ext cx="8229600" cy="292608"/></a:xfrm><a:prstGeom prst="rect"><a:avLst/></a:prstGeom><a:noFill/><a:ln/></p:spPr><p:txBody><a:bodyPr wrap="square" rtlCol="0" anchor="ctr"/><a:lstStyle/><a:p><a:pPr marL="0" indent="0"><a:buNone/></a:pPr><a:r><a:rPr lang="en-US" sz="900" dirty="0"><a:solidFill><a:srgbClr val="C0D0F0"/></a:solidFill><a:latin typeface="Calibri" pitchFamily="34" charset="0"/><a:ea typeface="Calibri" pitchFamily="34" charset="-122"/><a:cs typeface="Calibri" pitchFamily="34" charset="-120"/></a:rPr><a:t>Stella – Huertas   |   AyME – UNCuyo Mecatrónica</a:t></a:r><a:endParaRPr lang="en-US" sz="900" dirty="0"/></a:p></p:txBody></p:sp><p:sp><p:nvSpPr><p:cNvPr id="11" name="Text 9"/><p:cNvSpPr/><p:nvPr/></p:nvSpPr><p:spPr><a:xfrm><a:off x="365760" y="877906"/><a:ext cx="11430000" cy="384048"/></a:xfrm><a:prstGeom prst="rect"><a:avLst/></a:prstGeom><a:noFill/><a:ln/></p:spPr><p:txBody><a:bodyPr wrap="square" rtlCol="0" anchor="t"/><a:lstStyle/><a:p><a:pPr marL="0" indent="0" algn="l"><a:buNone/></a:pPr><a:r><a:rPr lang="en-US" sz="1300" b="1" dirty="0"><a:solidFill><a:srgbClr val="1A386B"/></a:solidFill><a:latin typeface="Calibri" pitchFamily="34" charset="0"/><a:ea typeface="Calibri" pitchFamily="34" charset="-122"/><a:cs typeface="Calibri" pitchFamily="34" charset="-120"/></a:rPr><a:t>1.  Espacio de puntos de operación (NL, lentamente variable):</a:t></a:r><a:endParaRPr lang="en-US" sz="1300" dirty="0"/></a:p></p:txBody></p:sp><p:sp><p:nvSpPr><p:cNvPr id="12" name="Shape 10"/><p:cNvSpPr/><p:nvPr/></p:nvSpPr><p:spPr><a:xfrm><a:off x="1371599" y="1281049"/><a:ext cx="9223695" cy="2613258"/></a:xfrm><a:prstGeom prst="rect"><a:avLst/></a:prstGeom><a:solidFill><a:srgbClr val="FFF8E8"/></a:solidFill><a:ln w="19050"><a:solidFill><a:srgbClr val="DDAA00"/></a:solidFill><a:prstDash val="solid"/></a:ln></p:spPr><p:txBody><a:bodyPr/><a:lstStyle/><a:p><a:endParaRPr lang="es-AR" dirty="0"/></a:p></p:txBody></p:sp><mc:AlternateContent xmlns:mc="http://schemas.openxmlformats.org/markup-compatibility/2006"><mc:Choice xmlns:a14="http://schemas.microsoft.com/office/drawing/2010/main" Requires="a14"><p:sp><p:nvSpPr><p:cNvPr id="13" name="Text 11"/><p:cNvSpPr/><p:nvPr/></p:nvSpPr><p:spPr><a:xfrm><a:off x="1463040" y="2267795"/><a:ext cx="8961120" cy="530352"/></a:xfrm><a:prstGeom prst="rect"><a:avLst/></a:prstGeom><a:noFill/><a:ln/></p:spPr><p:txBody><a:bodyPr wrap="square" rtlCol="0" anchor="ctr"/><a:lstStyle/><a:p><a:pPr algn="ctr"/><a14:m><m:oMathPara xmlns:m="http://schemas.openxmlformats.org/officeDocument/2006/math"><m:oMathParaPr><m:jc m:val="centerGroup"/></m:oMathParaPr><m:oMath xmlns:m="http://schemas.openxmlformats.org/officeDocument/2006/math"><m:d><m:dPr><m:begChr m:val="{"/><m:endChr m:val=""/><m:ctrlPr><a:rPr lang="es-AR" sz="1200" i="1" smtClean="0"><a:latin typeface="Cambria Math" panose="02040503050406030204" pitchFamily="18" charset="0"/></a:rPr></m:ctrlPr></m:dPr><m:e><m:m><m:mPr><m:mcs><m:mc><m:mcPr><m:count m:val="1"/><m:mcJc m:val="center"/></m:mcPr></m:mc></m:mcs><m:ctrlPr><a:rPr lang="es-AR" sz="1200" i="1"><a:latin typeface="Cambria Math" panose="02040503050406030204" pitchFamily="18" charset="0"/></a:rPr></m:ctrlPr></m:mPr><m:mr><m:e><m:sSub><m:sSubPr><m:ctrlPr><a:rPr lang="es-AR" sz="1200" i="1"><a:latin typeface="Cambria Math" panose="02040503050406030204" pitchFamily="18" charset="0"/></a:rPr></m:ctrlPr></m:sSubPr><m:e><m:acc><m:accPr><m:chr m:val="̇"/><m:ctrlPr><a:rPr lang="es-AR" sz="1200" i="1"><a:latin typeface="Cambria Math" panose="02040503050406030204" pitchFamily="18" charset="0"/></a:rPr></m:ctrlPr></m:accPr><m:e><m:r><a:rPr lang="es-AR" sz="1200" i="1"><a:latin typeface="Cambria Math" panose="02040503050406030204" pitchFamily="18" charset="0"/></a:rPr><m:t>𝜃</m:t></m:r></m:e></m:acc></m:e><m:sub><m:r><a:rPr lang="es-AR" sz="1200" i="1"><a:latin typeface="Cambria Math" panose="02040503050406030204" pitchFamily="18" charset="0"/></a:rPr><m:t>𝑚</m:t></m:r><m:r><a:rPr lang="es-AR" sz="1200" i="1"><a:latin typeface="Cambria Math" panose="02040503050406030204" pitchFamily="18" charset="0"/></a:rPr><m:t>0</m:t></m:r></m:sub></m:sSub><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m:t></m:r><m:sSub><m:sSubPr><m:ctrlPr><a:rPr lang="es-AR" sz="1200" i="1"><a:latin typeface="Cambria Math" panose="02040503050406030204" pitchFamily="18" charset="0"/></a:rPr></m:ctrlPr></m:sSubPr><m:e><m:r><a:rPr lang="es-AR" sz="1200" i="1"><a:latin typeface="Cambria Math" panose="02040503050406030204" pitchFamily="18" charset="0"/></a:rPr><m:t>𝜔</m:t></m:r></m:e><m:sub><m:r><a:rPr lang="es-AR" sz="1200" i="1"><a:latin typeface="Cambria Math" panose="02040503050406030204" pitchFamily="18" charset="0"/></a:rPr><m:t>𝑚</m:t></m:r><m:r><a:rPr lang="es-AR" sz="1200" i="1"><a:latin typeface="Cambria Math" panose="02040503050406030204" pitchFamily="18" charset="0"/></a:rPr><m:t>0</m:t></m:r></m:sub></m:sSub><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 </m:t></m:r><m:r><a:rPr lang="es-AR" sz="1200" i="1"><a:latin typeface="Cambria Math" panose="02040503050406030204" pitchFamily="18" charset="0"/></a:rPr><m:t>𝑐𝑡𝑒</m:t></m:r><m:r><a:rPr lang="es-AR" sz="1200" i="1"><a:latin typeface="Cambria Math" panose="02040503050406030204" pitchFamily="18" charset="0"/></a:rPr><m:t>                                                                                                                                                           </m:t></m:r></m:e></m:mr><m:mr><m:e><m:sSub><m:sSubPr><m:ctrlPr><a:rPr lang="es-AR" sz="1200" i="1"><a:latin typeface="Cambria Math" panose="02040503050406030204" pitchFamily="18" charset="0"/></a:rPr></m:ctrlPr></m:sSubPr><m:e><m:acc><m:accPr><m:chr m:val="̇"/><m:ctrlPr><a:rPr lang="es-AR" sz="1200" i="1"><a:latin typeface="Cambria Math" panose="02040503050406030204" pitchFamily="18" charset="0"/></a:rPr></m:ctrlPr></m:accPr><m:e><m:r><a:rPr lang="es-AR" sz="1200" i="1"><a:latin typeface="Cambria Math" panose="02040503050406030204" pitchFamily="18" charset="0"/></a:rPr><m:t>⍵</m:t></m:r></m:e></m:acc></m:e><m:sub><m:r><a:rPr lang="es-AR" sz="1200" i="1"><a:latin typeface="Cambria Math" panose="02040503050406030204" pitchFamily="18" charset="0"/></a:rPr><m:t>𝑚</m:t></m:r><m:r><a:rPr lang="es-AR" sz="1200" i="1"><a:latin typeface="Cambria Math" panose="02040503050406030204" pitchFamily="18" charset="0"/></a:rPr><m:t>0</m:t></m:r></m:sub></m:sSub><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m:t></m:r><m:f><m:fPr><m:ctrlPr><a:rPr lang="es-AR" sz="1200" i="1"><a:latin typeface="Cambria Math" panose="02040503050406030204" pitchFamily="18" charset="0"/></a:rPr></m:ctrlPr></m:fPr><m:num><m:r><a:rPr lang="es-AR" sz="1200" i="1"><a:latin typeface="Cambria Math" panose="02040503050406030204" pitchFamily="18" charset="0"/></a:rPr><m:t>1</m:t></m:r></m:num><m:den><m:sSub><m:sSubPr><m:ctrlPr><a:rPr lang="es-AR" sz="1200" i="1"><a:latin typeface="Cambria Math" panose="02040503050406030204" pitchFamily="18" charset="0"/></a:rPr></m:ctrlPr></m:sSubPr><m:e><m:r><a:rPr lang="es-AR" sz="1200" i="1"><a:latin typeface="Cambria Math" panose="02040503050406030204" pitchFamily="18" charset="0"/></a:rPr><m:t>𝐽</m:t></m:r></m:e><m:sub><m:r><a:rPr lang="es-AR" sz="1200" i="1"><a:latin typeface="Cambria Math" panose="02040503050406030204" pitchFamily="18" charset="0"/></a:rPr><m:t>𝑒𝑞</m:t></m:r></m:sub></m:sSub></m:den></m:f><m:d><m:dPr><m:begChr m:val="["/><m:endChr m:val="]"/><m:ctrlPr><a:rPr lang="es-AR" sz="1200" i="1"><a:latin typeface="Cambria Math" panose="02040503050406030204" pitchFamily="18" charset="0"/></a:rPr></m:ctrlPr></m:dPr><m:e><m:f><m:fPr><m:ctrlPr><a:rPr lang="es-AR" sz="1200" i="1"><a:latin typeface="Cambria Math" panose="02040503050406030204" pitchFamily="18" charset="0"/></a:rPr></m:ctrlPr></m:fPr><m:num><m:r><a:rPr lang="es-AR" sz="1200" i="1"><a:latin typeface="Cambria Math" panose="02040503050406030204" pitchFamily="18" charset="0"/></a:rPr><m:t>3</m:t></m:r></m:num><m:den><m:r><a:rPr lang="es-AR" sz="1200" i="1"><a:latin typeface="Cambria Math" panose="02040503050406030204" pitchFamily="18" charset="0"/></a:rPr><m:t>2</m:t></m:r></m:den></m:f><m:sSub><m:sSubPr><m:ctrlPr><a:rPr lang="es-AR" sz="1200" i="1"><a:latin typeface="Cambria Math" panose="02040503050406030204" pitchFamily="18" charset="0"/></a:rPr></m:ctrlPr></m:sSubPr><m:e><m:r><a:rPr lang="es-AR" sz="1200" i="1"><a:latin typeface="Cambria Math" panose="02040503050406030204" pitchFamily="18" charset="0"/></a:rPr><m:t>𝑃</m:t></m:r></m:e><m:sub><m:r><a:rPr lang="es-AR" sz="1200" i="1"><a:latin typeface="Cambria Math" panose="02040503050406030204" pitchFamily="18" charset="0"/></a:rPr><m:t>𝑝</m:t></m:r></m:sub></m:sSub><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𝜆</m:t></m:r></m:e><m:sub><m:r><a:rPr lang="es-AR" sz="1200" i="1"><a:latin typeface="Cambria Math" panose="02040503050406030204" pitchFamily="18" charset="0"/></a:rPr><m:t>𝑚</m:t></m:r></m:sub><m:sup><m:r><a:rPr lang="es-AR" sz="1200" i="1"><a:latin typeface="Cambria Math" panose="02040503050406030204" pitchFamily="18" charset="0"/></a:rPr><m:t>ˊ</m:t></m:r><m:r><a:rPr lang="es-AR" sz="1200" i="1"><a:latin typeface="Cambria Math" panose="02040503050406030204" pitchFamily="18" charset="0"/></a:rPr><m:t>𝑟</m:t></m:r></m:sup></m:sSubSup><m:r><a:rPr lang="es-AR" sz="1200" i="1"><a:latin typeface="Cambria Math" panose="02040503050406030204" pitchFamily="18" charset="0"/></a:rPr><m:t>+</m:t></m:r><m:d><m:dPr><m:ctrlPr><a:rPr lang="es-AR" sz="1200" i="1"><a:latin typeface="Cambria Math" panose="02040503050406030204" pitchFamily="18" charset="0"/></a:rPr></m:ctrlPr></m:dPr><m:e><m:sSub><m:sSubPr><m:ctrlPr><a:rPr lang="es-AR" sz="1200" i="1"><a:latin typeface="Cambria Math" panose="02040503050406030204" pitchFamily="18" charset="0"/></a:rPr></m:ctrlPr></m:sSubPr><m:e><m:r><a:rPr lang="es-AR" sz="1200" i="1"><a:latin typeface="Cambria Math" panose="02040503050406030204" pitchFamily="18" charset="0"/></a:rPr><m:t>𝐿</m:t></m:r></m:e><m:sub><m:r><a:rPr lang="es-AR" sz="1200" i="1"><a:latin typeface="Cambria Math" panose="02040503050406030204" pitchFamily="18" charset="0"/></a:rPr><m:t>𝑑</m:t></m:r></m:sub></m:sSub><m:r><a:rPr lang="es-AR" sz="1200" i="1"><a:latin typeface="Cambria Math" panose="02040503050406030204" pitchFamily="18" charset="0"/></a:rPr><m:t>−</m:t></m:r><m:sSub><m:sSubPr><m:ctrlPr><a:rPr lang="es-AR" sz="1200" i="1"><a:latin typeface="Cambria Math" panose="02040503050406030204" pitchFamily="18" charset="0"/></a:rPr></m:ctrlPr></m:sSubPr><m:e><m:r><a:rPr lang="es-AR" sz="1200" i="1"><a:latin typeface="Cambria Math" panose="02040503050406030204" pitchFamily="18" charset="0"/></a:rPr><m:t>𝐿</m:t></m:r></m:e><m:sub><m:r><a:rPr lang="es-AR" sz="1200" i="1"><a:latin typeface="Cambria Math" panose="02040503050406030204" pitchFamily="18" charset="0"/></a:rPr><m:t>𝑞</m:t></m:r></m:sub></m:sSub></m:e></m:d><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𝑑𝑠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e></m:d><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𝑞𝑠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m:t></m:r><m:sSub><m:sSubPr><m:ctrlPr><a:rPr lang="es-AR" sz="1200" i="1"><a:latin typeface="Cambria Math" panose="02040503050406030204" pitchFamily="18" charset="0"/></a:rPr></m:ctrlPr></m:sSubPr><m:e><m:r><a:rPr lang="es-AR" sz="1200" i="1"><a:latin typeface="Cambria Math" panose="02040503050406030204" pitchFamily="18" charset="0"/></a:rPr><m:t>𝑏</m:t></m:r></m:e><m:sub><m:r><a:rPr lang="es-AR" sz="1200" i="1"><a:latin typeface="Cambria Math" panose="02040503050406030204" pitchFamily="18" charset="0"/></a:rPr><m:t>𝑒𝑞</m:t></m:r></m:sub></m:sSub><m:sSub><m:sSubPr><m:ctrlPr><a:rPr lang="es-AR" sz="1200" i="1"><a:latin typeface="Cambria Math" panose="02040503050406030204" pitchFamily="18" charset="0"/></a:rPr></m:ctrlPr></m:sSubPr><m:e><m:r><a:rPr lang="es-AR" sz="1200" i="1"><a:latin typeface="Cambria Math" panose="02040503050406030204" pitchFamily="18" charset="0"/></a:rPr><m:t>𝜔</m:t></m:r></m:e><m:sub><m:r><a:rPr lang="es-AR" sz="1200" i="1"><a:latin typeface="Cambria Math" panose="02040503050406030204" pitchFamily="18" charset="0"/></a:rPr><m:t>𝑚</m:t></m:r><m:r><a:rPr lang="es-AR" sz="1200" i="1"><a:latin typeface="Cambria Math" panose="02040503050406030204" pitchFamily="18" charset="0"/></a:rPr><m:t>0</m:t></m:r></m:sub></m:sSub><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m:t></m:r><m:f><m:fPr><m:ctrlPr><a:rPr lang="es-AR" sz="1200" i="1"><a:latin typeface="Cambria Math" panose="02040503050406030204" pitchFamily="18" charset="0"/></a:rPr></m:ctrlPr></m:fPr><m:num><m:r><a:rPr lang="es-AR" sz="1200" i="1"><a:latin typeface="Cambria Math" panose="02040503050406030204" pitchFamily="18" charset="0"/></a:rPr><m:t>1</m:t></m:r></m:num><m:den><m:r><a:rPr lang="es-AR" sz="1200" i="1"><a:latin typeface="Cambria Math" panose="02040503050406030204" pitchFamily="18" charset="0"/></a:rPr><m:t>𝑟</m:t></m:r></m:den></m:f><m:d><m:dPr><m:ctrlPr><a:rPr lang="es-AR" sz="1200" i="1"><a:latin typeface="Cambria Math" panose="02040503050406030204" pitchFamily="18" charset="0"/></a:rPr></m:ctrlPr></m:dPr><m:e><m:sSub><m:sSubPr><m:ctrlPr><a:rPr lang="es-AR" sz="1200" i="1"><a:latin typeface="Cambria Math" panose="02040503050406030204" pitchFamily="18" charset="0"/></a:rPr></m:ctrlPr></m:sSubPr><m:e><m:r><a:rPr lang="es-AR" sz="1200" i="1"><a:latin typeface="Cambria Math" panose="02040503050406030204" pitchFamily="18" charset="0"/></a:rPr><m:t>𝑇</m:t></m:r></m:e><m:sub><m:r><a:rPr lang="es-AR" sz="1200" i="1"><a:latin typeface="Cambria Math" panose="02040503050406030204" pitchFamily="18" charset="0"/></a:rPr><m:t>𝑙</m:t></m:r></m:sub></m:sSub></m:e></m:d></m:e></m:d><m:r><a:rPr lang="es-AR" sz="1200" i="1"><a:latin typeface="Cambria Math" panose="02040503050406030204" pitchFamily="18" charset="0"/></a:rPr><m:t> =0 </m:t></m:r><m:r><a:rPr lang="es-MX" sz="1200" b="0" i="1" smtClean="0"><a:latin typeface="Cambria Math" panose="02040503050406030204" pitchFamily="18" charset="0"/></a:rPr><m:t>                                                   </m:t></m:r></m:e></m:mr><m:mr><m:e><m:m><m:mPr><m:mcs><m:mc><m:mcPr><m:count m:val="1"/><m:mcJc m:val="center"/></m:mcPr></m:mc></m:mcs><m:ctrlPr><a:rPr lang="es-AR" sz="1200" i="1"><a:latin typeface="Cambria Math" panose="02040503050406030204" pitchFamily="18" charset="0"/></a:rPr></m:ctrlPr></m:mPr><m:mr><m:e><m:f><m:fPr><m:ctrlPr><a:rPr lang="es-AR" sz="1200" i="1"><a:latin typeface="Cambria Math" panose="02040503050406030204" pitchFamily="18" charset="0"/></a:rPr></m:ctrlPr></m:fPr><m:num><m:r><a:rPr lang="es-AR" sz="1200" i="1"><a:latin typeface="Cambria Math" panose="02040503050406030204" pitchFamily="18" charset="0"/></a:rPr><m:t>𝑑</m:t></m:r><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𝑞𝑠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num><m:den><m:r><a:rPr lang="es-AR" sz="1200" i="1"><a:latin typeface="Cambria Math" panose="02040503050406030204" pitchFamily="18" charset="0"/></a:rPr><m:t>𝑑𝑡</m:t></m:r></m:den></m:f><m:r><a:rPr lang="es-AR" sz="1200" i="1"><a:latin typeface="Cambria Math" panose="02040503050406030204" pitchFamily="18" charset="0"/></a:rPr><m:t>=</m:t></m:r><m:f><m:fPr><m:ctrlPr><a:rPr lang="es-AR" sz="1200" i="1"><a:latin typeface="Cambria Math" panose="02040503050406030204" pitchFamily="18" charset="0"/></a:rPr></m:ctrlPr></m:fPr><m:num><m:r><a:rPr lang="es-AR" sz="1200" i="1"><a:latin typeface="Cambria Math" panose="02040503050406030204" pitchFamily="18" charset="0"/></a:rPr><m:t>1</m:t></m:r></m:num><m:den><m:sSub><m:sSubPr><m:ctrlPr><a:rPr lang="es-AR" sz="1200" i="1"><a:latin typeface="Cambria Math" panose="02040503050406030204" pitchFamily="18" charset="0"/></a:rPr></m:ctrlPr></m:sSubPr><m:e><m:r><a:rPr lang="es-AR" sz="1200" i="1"><a:latin typeface="Cambria Math" panose="02040503050406030204" pitchFamily="18" charset="0"/></a:rPr><m:t>𝐿</m:t></m:r></m:e><m:sub><m:r><a:rPr lang="es-AR" sz="1200" i="1"><a:latin typeface="Cambria Math" panose="02040503050406030204" pitchFamily="18" charset="0"/></a:rPr><m:t>𝑞</m:t></m:r></m:sub></m:sSub></m:den></m:f><m:d><m:dPr><m:begChr m:val="["/><m:endChr m:val="]"/><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𝑣</m:t></m:r></m:e><m:sub><m:r><a:rPr lang="es-AR" sz="1200" i="1"><a:latin typeface="Cambria Math" panose="02040503050406030204" pitchFamily="18" charset="0"/></a:rPr><m:t>𝑞𝑠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m:t></m:r><m:sSub><m:sSubPr><m:ctrlPr><a:rPr lang="es-AR" sz="1200" i="1"><a:latin typeface="Cambria Math" panose="02040503050406030204" pitchFamily="18" charset="0"/></a:rPr></m:ctrlPr></m:sSubPr><m:e><m:r><a:rPr lang="es-AR" sz="1200" i="1"><a:latin typeface="Cambria Math" panose="02040503050406030204" pitchFamily="18" charset="0"/></a:rPr><m:t>𝑅</m:t></m:r></m:e><m:sub><m:r><a:rPr lang="es-AR" sz="1200" i="1"><a:latin typeface="Cambria Math" panose="02040503050406030204" pitchFamily="18" charset="0"/></a:rPr><m:t>𝑠</m:t></m:r><m:r><a:rPr lang="es-AR" sz="1200" i="1"><a:latin typeface="Cambria Math" panose="02040503050406030204" pitchFamily="18" charset="0"/></a:rPr><m:t>0</m:t></m:r></m:sub></m:sSub><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𝑇</m:t></m:r></m:e><m:sub><m:r><a:rPr lang="es-AR" sz="1200" i="1"><a:latin typeface="Cambria Math" panose="02040503050406030204" pitchFamily="18" charset="0"/></a:rPr><m:t>𝑠</m:t></m:r><m:r><a:rPr lang="es-AR" sz="1200" i="1"><a:latin typeface="Cambria Math" panose="02040503050406030204" pitchFamily="18" charset="0"/></a:rPr><m:t>0</m:t></m:r></m:sub><m:sup><m:r><a:rPr lang="es-AR" sz="1200" i="1"><a:latin typeface="Cambria Math" panose="02040503050406030204" pitchFamily="18" charset="0"/></a:rPr><m:t>𝑜</m:t></m:r></m:sup></m:sSubSup><m:d><m:dPr><m:ctrlPr><a:rPr lang="es-AR" sz="1200" i="1"><a:latin typeface="Cambria Math" panose="02040503050406030204" pitchFamily="18" charset="0"/></a:rPr></m:ctrlPr></m:dPr><m:e><m:r><a:rPr lang="es-AR" sz="1200" i="1"><a:latin typeface="Cambria Math" panose="02040503050406030204" pitchFamily="18" charset="0"/></a:rPr><m:t>𝑡</m:t></m:r></m:e></m:d></m:e></m:d><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𝑞𝑠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m:t></m:r><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𝜆</m:t></m:r></m:e><m:sub><m:r><a:rPr lang="es-AR" sz="1200" i="1"><a:latin typeface="Cambria Math" panose="02040503050406030204" pitchFamily="18" charset="0"/></a:rPr><m:t>𝑚</m:t></m:r></m:sub><m:sup><m:r><a:rPr lang="es-AR" sz="1200" i="1"><a:latin typeface="Cambria Math" panose="02040503050406030204" pitchFamily="18" charset="0"/></a:rPr><m:t>ˊ</m:t></m:r><m:r><a:rPr lang="es-AR" sz="1200" i="1"><a:latin typeface="Cambria Math" panose="02040503050406030204" pitchFamily="18" charset="0"/></a:rPr><m:t>𝑟</m:t></m:r></m:sup></m:sSubSup><m:r><a:rPr lang="es-AR" sz="1200" i="1"><a:latin typeface="Cambria Math" panose="02040503050406030204" pitchFamily="18" charset="0"/></a:rPr><m:t>+</m:t></m:r><m:sSub><m:sSubPr><m:ctrlPr><a:rPr lang="es-AR" sz="1200" i="1"><a:latin typeface="Cambria Math" panose="02040503050406030204" pitchFamily="18" charset="0"/></a:rPr></m:ctrlPr></m:sSubPr><m:e><m:r><a:rPr lang="es-AR" sz="1200" i="1"><a:latin typeface="Cambria Math" panose="02040503050406030204" pitchFamily="18" charset="0"/></a:rPr><m:t>𝐿</m:t></m:r></m:e><m:sub><m:r><a:rPr lang="es-AR" sz="1200" i="1"><a:latin typeface="Cambria Math" panose="02040503050406030204" pitchFamily="18" charset="0"/></a:rPr><m:t>𝑑</m:t></m:r></m:sub></m:sSub><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𝑑𝑠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e></m:d><m:sSub><m:sSubPr><m:ctrlPr><a:rPr lang="es-AR" sz="1200" i="1"><a:latin typeface="Cambria Math" panose="02040503050406030204" pitchFamily="18" charset="0"/></a:rPr></m:ctrlPr></m:sSubPr><m:e><m:r><a:rPr lang="es-AR" sz="1200" i="1"><a:latin typeface="Cambria Math" panose="02040503050406030204" pitchFamily="18" charset="0"/></a:rPr><m:t>𝑃</m:t></m:r></m:e><m:sub><m:r><a:rPr lang="es-AR" sz="1200" i="1"><a:latin typeface="Cambria Math" panose="02040503050406030204" pitchFamily="18" charset="0"/></a:rPr><m:t>𝑝</m:t></m:r></m:sub></m:sSub><m:sSub><m:sSubPr><m:ctrlPr><a:rPr lang="es-AR" sz="1200" i="1"><a:latin typeface="Cambria Math" panose="02040503050406030204" pitchFamily="18" charset="0"/></a:rPr></m:ctrlPr></m:sSubPr><m:e><m:r><a:rPr lang="es-AR" sz="1200" i="1"><a:latin typeface="Cambria Math" panose="02040503050406030204" pitchFamily="18" charset="0"/></a:rPr><m:t>𝜔</m:t></m:r></m:e><m:sub><m:r><a:rPr lang="es-AR" sz="1200" i="1"><a:latin typeface="Cambria Math" panose="02040503050406030204" pitchFamily="18" charset="0"/></a:rPr><m:t>𝑚</m:t></m:r><m:r><a:rPr lang="es-AR" sz="1200" i="1"><a:latin typeface="Cambria Math" panose="02040503050406030204" pitchFamily="18" charset="0"/></a:rPr><m:t>0</m:t></m:r></m:sub></m:sSub><m:d><m:dPr><m:ctrlPr><a:rPr lang="es-AR" sz="1200" i="1"><a:latin typeface="Cambria Math" panose="02040503050406030204" pitchFamily="18" charset="0"/></a:rPr></m:ctrlPr></m:dPr><m:e><m:r><a:rPr lang="es-AR" sz="1200" i="1"><a:latin typeface="Cambria Math" panose="02040503050406030204" pitchFamily="18" charset="0"/></a:rPr><m:t>𝑡</m:t></m:r></m:e></m:d></m:e></m:d><m:r><a:rPr lang="es-AR" sz="1200" i="1"><a:latin typeface="Cambria Math" panose="02040503050406030204" pitchFamily="18" charset="0"/></a:rPr><m:t>=0                                                   </m:t></m:r></m:e></m:mr><m:mr><m:e><m:f><m:fPr><m:ctrlPr><a:rPr lang="es-AR" sz="1200" i="1"><a:latin typeface="Cambria Math" panose="02040503050406030204" pitchFamily="18" charset="0"/></a:rPr></m:ctrlPr></m:fPr><m:num><m:r><a:rPr lang="es-AR" sz="1200" i="1"><a:latin typeface="Cambria Math" panose="02040503050406030204" pitchFamily="18" charset="0"/></a:rPr><m:t>𝑑</m:t></m:r><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𝑑𝑠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num><m:den><m:r><a:rPr lang="es-AR" sz="1200" i="1"><a:latin typeface="Cambria Math" panose="02040503050406030204" pitchFamily="18" charset="0"/></a:rPr><m:t>𝑑𝑡</m:t></m:r></m:den></m:f><m:r><a:rPr lang="es-AR" sz="1200" i="1"><a:latin typeface="Cambria Math" panose="02040503050406030204" pitchFamily="18" charset="0"/></a:rPr><m:t>=</m:t></m:r><m:f><m:fPr><m:ctrlPr><a:rPr lang="es-AR" sz="1200" i="1"><a:latin typeface="Cambria Math" panose="02040503050406030204" pitchFamily="18" charset="0"/></a:rPr></m:ctrlPr></m:fPr><m:num><m:r><a:rPr lang="es-AR" sz="1200" i="1"><a:latin typeface="Cambria Math" panose="02040503050406030204" pitchFamily="18" charset="0"/></a:rPr><m:t>1</m:t></m:r></m:num><m:den><m:sSub><m:sSubPr><m:ctrlPr><a:rPr lang="es-AR" sz="1200" i="1"><a:latin typeface="Cambria Math" panose="02040503050406030204" pitchFamily="18" charset="0"/></a:rPr></m:ctrlPr></m:sSubPr><m:e><m:r><a:rPr lang="es-AR" sz="1200" i="1"><a:latin typeface="Cambria Math" panose="02040503050406030204" pitchFamily="18" charset="0"/></a:rPr><m:t>𝐿</m:t></m:r></m:e><m:sub><m:r><a:rPr lang="es-AR" sz="1200" i="1"><a:latin typeface="Cambria Math" panose="02040503050406030204" pitchFamily="18" charset="0"/></a:rPr><m:t>𝑑</m:t></m:r></m:sub></m:sSub></m:den></m:f><m:d><m:dPr><m:begChr m:val="["/><m:endChr m:val="]"/><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𝑣</m:t></m:r></m:e><m:sub><m:r><a:rPr lang="es-AR" sz="1200" i="1"><a:latin typeface="Cambria Math" panose="02040503050406030204" pitchFamily="18" charset="0"/></a:rPr><m:t>𝑑𝑠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m:t></m:r><m:sSub><m:sSubPr><m:ctrlPr><a:rPr lang="es-AR" sz="1200" i="1"><a:latin typeface="Cambria Math" panose="02040503050406030204" pitchFamily="18" charset="0"/></a:rPr></m:ctrlPr></m:sSubPr><m:e><m:r><a:rPr lang="es-AR" sz="1200" i="1"><a:latin typeface="Cambria Math" panose="02040503050406030204" pitchFamily="18" charset="0"/></a:rPr><m:t>𝑅</m:t></m:r></m:e><m:sub><m:r><a:rPr lang="es-AR" sz="1200" i="1"><a:latin typeface="Cambria Math" panose="02040503050406030204" pitchFamily="18" charset="0"/></a:rPr><m:t>𝑠</m:t></m:r></m:sub></m:sSub><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𝑇</m:t></m:r></m:e><m:sub><m:r><a:rPr lang="es-AR" sz="1200" i="1"><a:latin typeface="Cambria Math" panose="02040503050406030204" pitchFamily="18" charset="0"/></a:rPr><m:t>𝑠</m:t></m:r><m:r><a:rPr lang="es-AR" sz="1200" i="1"><a:latin typeface="Cambria Math" panose="02040503050406030204" pitchFamily="18" charset="0"/></a:rPr><m:t>0</m:t></m:r></m:sub><m:sup><m:r><a:rPr lang="es-AR" sz="1200" i="1"><a:latin typeface="Cambria Math" panose="02040503050406030204" pitchFamily="18" charset="0"/></a:rPr><m:t>𝑜</m:t></m:r></m:sup></m:sSubSup><m:d><m:dPr><m:ctrlPr><a:rPr lang="es-AR" sz="1200" i="1"><a:latin typeface="Cambria Math" panose="02040503050406030204" pitchFamily="18" charset="0"/></a:rPr></m:ctrlPr></m:dPr><m:e><m:r><a:rPr lang="es-AR" sz="1200" i="1"><a:latin typeface="Cambria Math" panose="02040503050406030204" pitchFamily="18" charset="0"/></a:rPr><m:t>𝑡</m:t></m:r></m:e></m:d></m:e></m:d><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𝑑𝑠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m:t></m:r><m:sSub><m:sSubPr><m:ctrlPr><a:rPr lang="es-AR" sz="1200" i="1"><a:latin typeface="Cambria Math" panose="02040503050406030204" pitchFamily="18" charset="0"/></a:rPr></m:ctrlPr></m:sSubPr><m:e><m:r><a:rPr lang="es-AR" sz="1200" i="1"><a:latin typeface="Cambria Math" panose="02040503050406030204" pitchFamily="18" charset="0"/></a:rPr><m:t>𝐿</m:t></m:r></m:e><m:sub><m:r><a:rPr lang="es-AR" sz="1200" i="1"><a:latin typeface="Cambria Math" panose="02040503050406030204" pitchFamily="18" charset="0"/></a:rPr><m:t>𝑞</m:t></m:r></m:sub></m:sSub><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𝑞𝑠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sSub><m:sSubPr><m:ctrlPr><a:rPr lang="es-AR" sz="1200" i="1"><a:latin typeface="Cambria Math" panose="02040503050406030204" pitchFamily="18" charset="0"/></a:rPr></m:ctrlPr></m:sSubPr><m:e><m:r><a:rPr lang="es-AR" sz="1200" i="1"><a:latin typeface="Cambria Math" panose="02040503050406030204" pitchFamily="18" charset="0"/></a:rPr><m:t>𝑃</m:t></m:r></m:e><m:sub><m:r><a:rPr lang="es-AR" sz="1200" i="1"><a:latin typeface="Cambria Math" panose="02040503050406030204" pitchFamily="18" charset="0"/></a:rPr><m:t>𝑝</m:t></m:r></m:sub></m:sSub><m:sSub><m:sSubPr><m:ctrlPr><a:rPr lang="es-AR" sz="1200" i="1"><a:latin typeface="Cambria Math" panose="02040503050406030204" pitchFamily="18" charset="0"/></a:rPr></m:ctrlPr></m:sSubPr><m:e><m:r><a:rPr lang="es-AR" sz="1200" i="1"><a:latin typeface="Cambria Math" panose="02040503050406030204" pitchFamily="18" charset="0"/></a:rPr><m:t>𝜔</m:t></m:r></m:e><m:sub><m:r><a:rPr lang="es-AR" sz="1200" i="1"><a:latin typeface="Cambria Math" panose="02040503050406030204" pitchFamily="18" charset="0"/></a:rPr><m:t>𝑚</m:t></m:r><m:r><a:rPr lang="es-AR" sz="1200" i="1"><a:latin typeface="Cambria Math" panose="02040503050406030204" pitchFamily="18" charset="0"/></a:rPr><m:t>0</m:t></m:r></m:sub></m:sSub><m:d><m:dPr><m:ctrlPr><a:rPr lang="es-AR" sz="1200" i="1"><a:latin typeface="Cambria Math" panose="02040503050406030204" pitchFamily="18" charset="0"/></a:rPr></m:ctrlPr></m:dPr><m:e><m:r><a:rPr lang="es-AR" sz="1200" i="1"><a:latin typeface="Cambria Math" panose="02040503050406030204" pitchFamily="18" charset="0"/></a:rPr><m:t>𝑡</m:t></m:r></m:e></m:d></m:e></m:d><m:r><a:rPr lang="es-AR" sz="1200" i="1"><a:latin typeface="Cambria Math" panose="02040503050406030204" pitchFamily="18" charset="0"/></a:rPr><m:t>=0    </m:t></m:r><m:r><a:rPr lang="es-MX" sz="1200" b="0" i="1" smtClean="0"><a:latin typeface="Cambria Math" panose="02040503050406030204" pitchFamily="18" charset="0"/></a:rPr><m:t> </m:t></m:r><m:r><a:rPr lang="es-AR" sz="1200" i="1"><a:latin typeface="Cambria Math" panose="02040503050406030204" pitchFamily="18" charset="0"/></a:rPr><m:t>                                                </m:t></m:r><m:r><m:rPr><m:nor/></m:rPr><a:rPr lang="es-AR" sz="1200"/><m:t>(31)         </m:t></m:r></m:e></m:mr><m:mr><m:e><m:m><m:mPr><m:mcs><m:mc><m:mcPr><m:count m:val="1"/><m:mcJc m:val="center"/></m:mcPr></m:mc></m:mcs><m:ctrlPr><a:rPr lang="es-AR" sz="1200" i="1"><a:latin typeface="Cambria Math" panose="02040503050406030204" pitchFamily="18" charset="0"/></a:rPr></m:ctrlPr></m:mPr><m:mr><m:e><m:f><m:fPr><m:ctrlPr><a:rPr lang="es-AR" sz="1200" i="1"><a:latin typeface="Cambria Math" panose="02040503050406030204" pitchFamily="18" charset="0"/></a:rPr></m:ctrlPr></m:fPr><m:num><m:r><a:rPr lang="es-AR" sz="1200" i="1"><a:latin typeface="Cambria Math" panose="02040503050406030204" pitchFamily="18" charset="0"/></a:rPr><m:t>𝑑</m:t></m:r><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0</m:t></m:r><m:r><a:rPr lang="es-AR" sz="1200" i="1"><a:latin typeface="Cambria Math" panose="02040503050406030204" pitchFamily="18" charset="0"/></a:rPr><m:t>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num><m:den><m:r><a:rPr lang="es-AR" sz="1200" i="1"><a:latin typeface="Cambria Math" panose="02040503050406030204" pitchFamily="18" charset="0"/></a:rPr><m:t>𝑑𝑡</m:t></m:r></m:den></m:f><m:r><a:rPr lang="es-AR" sz="1200" i="1"><a:latin typeface="Cambria Math" panose="02040503050406030204" pitchFamily="18" charset="0"/></a:rPr><m:t>=</m:t></m:r><m:f><m:fPr><m:ctrlPr><a:rPr lang="es-AR" sz="1200" i="1"><a:latin typeface="Cambria Math" panose="02040503050406030204" pitchFamily="18" charset="0"/></a:rPr></m:ctrlPr></m:fPr><m:num><m:r><a:rPr lang="es-AR" sz="1200" i="1"><a:latin typeface="Cambria Math" panose="02040503050406030204" pitchFamily="18" charset="0"/></a:rPr><m:t>1</m:t></m:r></m:num><m:den><m:sSub><m:sSubPr><m:ctrlPr><a:rPr lang="es-AR" sz="1200" i="1"><a:latin typeface="Cambria Math" panose="02040503050406030204" pitchFamily="18" charset="0"/></a:rPr></m:ctrlPr></m:sSubPr><m:e><m:r><a:rPr lang="es-AR" sz="1200" i="1"><a:latin typeface="Cambria Math" panose="02040503050406030204" pitchFamily="18" charset="0"/></a:rPr><m:t>𝐿</m:t></m:r></m:e><m:sub><m:r><a:rPr lang="es-AR" sz="1200" i="1"><a:latin typeface="Cambria Math" panose="02040503050406030204" pitchFamily="18" charset="0"/></a:rPr><m:t>𝑙𝑠</m:t></m:r></m:sub></m:sSub></m:den></m:f><m:d><m:dPr><m:begChr m:val="["/><m:endChr m:val="]"/><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𝑣</m:t></m:r></m:e><m:sub><m:r><a:rPr lang="es-AR" sz="1200" i="1"><a:latin typeface="Cambria Math" panose="02040503050406030204" pitchFamily="18" charset="0"/></a:rPr><m:t>0</m:t></m:r><m:r><a:rPr lang="es-AR" sz="1200" i="1"><a:latin typeface="Cambria Math" panose="02040503050406030204" pitchFamily="18" charset="0"/></a:rPr><m:t>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r><a:rPr lang="es-AR" sz="1200" i="1"><a:latin typeface="Cambria Math" panose="02040503050406030204" pitchFamily="18" charset="0"/></a:rPr><m:t>−</m:t></m:r><m:sSub><m:sSubPr><m:ctrlPr><a:rPr lang="es-AR" sz="1200" i="1"><a:latin typeface="Cambria Math" panose="02040503050406030204" pitchFamily="18" charset="0"/></a:rPr></m:ctrlPr></m:sSubPr><m:e><m:r><a:rPr lang="es-AR" sz="1200" i="1"><a:latin typeface="Cambria Math" panose="02040503050406030204" pitchFamily="18" charset="0"/></a:rPr><m:t>𝑅</m:t></m:r></m:e><m:sub><m:r><a:rPr lang="es-AR" sz="1200" i="1"><a:latin typeface="Cambria Math" panose="02040503050406030204" pitchFamily="18" charset="0"/></a:rPr><m:t>𝑠</m:t></m:r></m:sub></m:sSub><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𝑇</m:t></m:r></m:e><m:sub><m:r><a:rPr lang="es-AR" sz="1200" i="1"><a:latin typeface="Cambria Math" panose="02040503050406030204" pitchFamily="18" charset="0"/></a:rPr><m:t>𝑠</m:t></m:r><m:r><a:rPr lang="es-AR" sz="1200" i="1"><a:latin typeface="Cambria Math" panose="02040503050406030204" pitchFamily="18" charset="0"/></a:rPr><m:t>0</m:t></m:r></m:sub><m:sup><m:r><a:rPr lang="es-AR" sz="1200" i="1"><a:latin typeface="Cambria Math" panose="02040503050406030204" pitchFamily="18" charset="0"/></a:rPr><m:t>𝑜</m:t></m:r></m:sup></m:sSubSup><m:d><m:dPr><m:ctrlPr><a:rPr lang="es-AR" sz="1200" i="1"><a:latin typeface="Cambria Math" panose="02040503050406030204" pitchFamily="18" charset="0"/></a:rPr></m:ctrlPr></m:dPr><m:e><m:r><a:rPr lang="es-AR" sz="1200" i="1"><a:latin typeface="Cambria Math" panose="02040503050406030204" pitchFamily="18" charset="0"/></a:rPr><m:t>𝑡</m:t></m:r></m:e></m:d></m:e></m:d><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0</m:t></m:r><m:r><a:rPr lang="es-AR" sz="1200" i="1"><a:latin typeface="Cambria Math" panose="02040503050406030204" pitchFamily="18" charset="0"/></a:rPr><m:t>𝑠</m:t></m:r><m:r><a:rPr lang="es-AR" sz="1200" i="1"><a:latin typeface="Cambria Math" panose="02040503050406030204" pitchFamily="18" charset="0"/></a:rPr><m:t>0</m:t></m:r></m:sub><m:sup><m:r><a:rPr lang="es-AR" sz="1200" i="1"><a:latin typeface="Cambria Math" panose="02040503050406030204" pitchFamily="18" charset="0"/></a:rPr><m:t>𝑟</m:t></m:r></m:sup></m:sSubSup><m:d><m:dPr><m:ctrlPr><a:rPr lang="es-AR" sz="1200" i="1"><a:latin typeface="Cambria Math" panose="02040503050406030204" pitchFamily="18" charset="0"/></a:rPr></m:ctrlPr></m:dPr><m:e><m:r><a:rPr lang="es-AR" sz="1200" i="1"><a:latin typeface="Cambria Math" panose="02040503050406030204" pitchFamily="18" charset="0"/></a:rPr><m:t>𝑡</m:t></m:r></m:e></m:d></m:e></m:d><m:r><a:rPr lang="es-AR" sz="1200" i="1"><a:latin typeface="Cambria Math" panose="02040503050406030204" pitchFamily="18" charset="0"/></a:rPr><m:t>ӟɌ䧐翻倠䊬Ɍ퇈</m:t></m:r><m:r><a:rPr lang="es-MX" sz="1200" b="0" i="1" smtClean="0"><a:latin typeface="Cambria Math" panose="02040503050406030204" pitchFamily="18" charset="0"/></a:rPr><m:t>矵</m:t></m:r><m:r><a:rPr lang="es-AR" sz="1200" i="1"><a:latin typeface="Cambria Math" panose="02040503050406030204" pitchFamily="18" charset="0"/></a:rPr><m:t>Ɍ</m:t></m:r><m:r><m:rPr><m:sty m:val="p"/></m:rPr><a:rPr lang="es-AR" sz="1200" i="1"><a:latin typeface="Cambria Math" panose="02040503050406030204" pitchFamily="18" charset="0"/></a:rPr><m:t>C</m:t></m:r><m:r><a:rPr lang="es-AR" sz="1200" i="1"><a:latin typeface="Cambria Math" panose="02040503050406030204" pitchFamily="18" charset="0"/></a:rPr><m:t>因翻偀䊬Ɍ퇐矵Ɍ</m:t></m:r><m:r><m:rPr><m:sty m:val="p"/></m:rPr><a:rPr lang="es-AR" sz="1200" i="1"><a:latin typeface="Cambria Math" panose="02040503050406030204" pitchFamily="18" charset="0"/></a:rPr><m:t>C</m:t></m:r><m:r><a:rPr lang="es-AR" sz="1200" i="1"><a:latin typeface="Cambria Math" panose="02040503050406030204" pitchFamily="18" charset="0"/></a:rPr><m:t>嚰翻偠䊬Ɍ퇘矵ɌӜ囐翻傀䊬Ɍ퇐矵Ɍ</m:t></m:r><m:r><m:rPr><m:sty m:val="p"/></m:rPr><a:rPr lang="es-AR" sz="1200" i="1"><a:latin typeface="Cambria Math" panose="02040503050406030204" pitchFamily="18" charset="0"/></a:rPr><m:t>D</m:t></m:r><m:r><a:rPr lang="es-AR" sz="1200" i="1"><a:latin typeface="Cambria Math" panose="02040503050406030204" pitchFamily="18" charset="0"/></a:rPr><m:t></m:t></m:r><m:r><m:rPr><m:sty m:val="p"/></m:rPr><a:rPr lang="es-AR" sz="1200" i="1"><a:latin typeface="Cambria Math" panose="02040503050406030204" pitchFamily="18" charset="0"/></a:rPr><m:t>ΰ</m:t></m:r><m:r><a:rPr lang="es-AR" sz="1200" i="1"><a:latin typeface="Cambria Math" panose="02040503050406030204" pitchFamily="18" charset="0"/></a:rPr><m:t></m:t></m:r><m:r><m:rPr><m:sty m:val="p"/></m:rPr><a:rPr lang="es-AR" sz="1200" i="1"><a:latin typeface="Cambria Math" panose="02040503050406030204" pitchFamily="18" charset="0"/></a:rPr><m:t>k</m:t></m:r><m:r><a:rPr lang="es-AR" sz="1200" i="1"><a:latin typeface="Cambria Math" panose="02040503050406030204" pitchFamily="18" charset="0"/></a:rPr><m:t뮰䳵࿰䌯Ɍʊ얠䍷Ɍ</m:t></m:r></m:e></m:mr><m:mr><m:e><m:f><m:fPr><m:ctrlPr><a:rPr lang="es-AR" sz="1200" i="1"><a:latin typeface="Cambria Math" panose="02040503050406030204" pitchFamily="18" charset="0"/></a:rPr></m:ctrlPr></m:fPr><m:num><m:r><a:rPr lang="es-AR" sz="1200" i="1"><a:latin typeface="Cambria Math" panose="02040503050406030204" pitchFamily="18" charset="0"/></a:rPr><m:t>𝑑</m:t></m:r><m:sSub><m:sSubPr><m:ctrlPr><a:rPr lang="es-AR" sz="1200" i="1"><a:latin typeface="Cambria Math" panose="02040503050406030204" pitchFamily="18" charset="0"/></a:rPr></m:ctrlPr></m:sSubPr><m:e><m:r><a:rPr lang="es-AR" sz="1200" i="1"><a:latin typeface="Cambria Math" panose="02040503050406030204" pitchFamily="18" charset="0"/></a:rPr><m:t>𝑇</m:t></m:r></m:e><m:sub><m:r><a:rPr lang="es-AR" sz="1200" i="1"><a:latin typeface="Cambria Math" panose="02040503050406030204" pitchFamily="18" charset="0"/></a:rPr><m:t>𝑠</m:t></m:r><m:r><a:rPr lang="es-AR" sz="1200" i="1"><a:latin typeface="Cambria Math" panose="02040503050406030204" pitchFamily="18" charset="0"/></a:rPr><m:t>0</m:t></m:r></m:sub></m:sSub><m:d><m:dPr><m:ctrlPr><a:rPr lang="es-AR" sz="1200" i="1"><a:latin typeface="Cambria Math" panose="02040503050406030204" pitchFamily="18" charset="0"/></a:rPr></m:ctrlPr></m:dPr><m:e><m:r><a:rPr lang="es-AR" sz="1200" i="1"><a:latin typeface="Cambria Math" panose="02040503050406030204" pitchFamily="18" charset="0"/></a:rPr><m:t>𝑡</m:t></m:r></m:e></m:d></m:num><m:den><m:r><a:rPr lang="es-AR" sz="1200" i="1"><a:latin typeface="Cambria Math" panose="02040503050406030204" pitchFamily="18" charset="0"/></a:rPr><m:t>𝑑𝑡</m:t></m:r></m:den></m:f><m:r><a:rPr lang="es-AR" sz="1200" i="1"><a:latin typeface="Cambria Math" panose="02040503050406030204" pitchFamily="18" charset="0"/></a:rPr><m:t>=</m:t></m:r><m:f><m:fPr><m:ctrlPr><a:rPr lang="es-AR" sz="1200" i="1"><a:latin typeface="Cambria Math" panose="02040503050406030204" pitchFamily="18" charset="0"/></a:rPr></m:ctrlPr></m:fPr><m:num><m:r><a:rPr lang="es-AR" sz="1200" i="1"><a:latin typeface="Cambria Math" panose="02040503050406030204" pitchFamily="18" charset="0"/></a:rPr><m:t>1</m:t></m:r></m:num><m:den><m:sSub><m:sSubPr><m:ctrlPr><a:rPr lang="es-AR" sz="1200" i="1"><a:latin typeface="Cambria Math" panose="02040503050406030204" pitchFamily="18" charset="0"/></a:rPr></m:ctrlPr></m:sSubPr><m:e><m:r><a:rPr lang="es-AR" sz="1200" i="1"><a:latin typeface="Cambria Math" panose="02040503050406030204" pitchFamily="18" charset="0"/></a:rPr><m:t>𝐶</m:t></m:r></m:e><m:sub><m:r><a:rPr lang="es-AR" sz="1200" i="1"><a:latin typeface="Cambria Math" panose="02040503050406030204" pitchFamily="18" charset="0"/></a:rPr><m:t>𝑡𝑠</m:t></m:r></m:sub></m:sSub></m:den></m:f><m:d><m:dPr><m:begChr m:val="["/><m:endChr m:val="]"/><m:ctrlPr><a:rPr lang="es-AR" sz="1200" i="1"><a:latin typeface="Cambria Math" panose="02040503050406030204" pitchFamily="18" charset="0"/></a:rPr></m:ctrlPr></m:dPr><m:e><m:f><m:fPr><m:ctrlPr><a:rPr lang="es-AR" sz="1200" i="1"><a:latin typeface="Cambria Math" panose="02040503050406030204" pitchFamily="18" charset="0"/></a:rPr></m:ctrlPr></m:fPr><m:num><m:r><a:rPr lang="es-AR" sz="1200" i="1"><a:latin typeface="Cambria Math" panose="02040503050406030204" pitchFamily="18" charset="0"/></a:rPr><m:t>3</m:t></m:r></m:num><m:den><m:r><a:rPr lang="es-AR" sz="1200" i="1"><a:latin typeface="Cambria Math" panose="02040503050406030204" pitchFamily="18" charset="0"/></a:rPr><m:t>2</m:t></m:r></m:den></m:f><m:sSub><m:sSubPr><m:ctrlPr><a:rPr lang="es-AR" sz="1200" i="1"><a:latin typeface="Cambria Math" panose="02040503050406030204" pitchFamily="18" charset="0"/></a:rPr></m:ctrlPr></m:sSubPr><m:e><m:r><a:rPr lang="es-AR" sz="1200" i="1"><a:latin typeface="Cambria Math" panose="02040503050406030204" pitchFamily="18" charset="0"/></a:rPr><m:t>𝑅</m:t></m:r></m:e><m:sub><m:r><a:rPr lang="es-AR" sz="1200" i="1"><a:latin typeface="Cambria Math" panose="02040503050406030204" pitchFamily="18" charset="0"/></a:rPr><m:t>𝑠</m:t></m:r></m:sub></m:sSub><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𝑇</m:t></m:r></m:e><m:sub><m:r><a:rPr lang="es-AR" sz="1200" i="1"><a:latin typeface="Cambria Math" panose="02040503050406030204" pitchFamily="18" charset="0"/></a:rPr><m:t>𝑠</m:t></m:r><m:r><a:rPr lang="es-AR" sz="1200" i="1"><a:latin typeface="Cambria Math" panose="02040503050406030204" pitchFamily="18" charset="0"/></a:rPr><m:t>0</m:t></m:r></m:sub><m:sup><m:r><a:rPr lang="es-AR" sz="1200" i="1"><a:latin typeface="Cambria Math" panose="02040503050406030204" pitchFamily="18" charset="0"/></a:rPr><m:t>𝑜</m:t></m:r></m:sup></m:sSubSup><m:d><m:dPr><m:ctrlPr><a:rPr lang="es-AR" sz="1200" i="1"><a:latin typeface="Cambria Math" panose="02040503050406030204" pitchFamily="18" charset="0"/></a:rPr></m:ctrlPr></m:dPr><m:e><m:r><a:rPr lang="es-AR" sz="1200" i="1"><a:latin typeface="Cambria Math" panose="02040503050406030204" pitchFamily="18" charset="0"/></a:rPr><m:t>𝑡</m:t></m:r></m:e></m:d></m:e></m:d><m:d><m:dPr><m:ctrlPr><a:rPr lang="es-AR" sz="1200" i="1"><a:latin typeface="Cambria Math" panose="02040503050406030204" pitchFamily="18" charset="0"/></a:rPr></m:ctrlPr></m:dPr><m:e><m:sSup><m:sSupPr><m:ctrlPr><a:rPr lang="es-AR" sz="1200" i="1"><a:latin typeface="Cambria Math" panose="02040503050406030204" pitchFamily="18" charset="0"/></a:rPr></m:ctrlPr></m:sSupPr><m:e><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𝑞𝑠</m:t></m:r><m:r><a:rPr lang="es-AR" sz="1200" i="1"><a:latin typeface="Cambria Math" panose="02040503050406030204" pitchFamily="18" charset="0"/></a:rPr><m:t>0</m:t></m:r></m:sub><m:sup><m:r><a:rPr lang="es-AR" sz="1200" i="1"><a:latin typeface="Cambria Math" panose="02040503050406030204" pitchFamily="18" charset="0"/></a:rPr><m:t>𝑟</m:t></m:r></m:sup></m:sSubSup></m:e></m:d></m:e><m:sup><m:r><a:rPr lang="es-AR" sz="1200" i="1"><a:latin typeface="Cambria Math" panose="02040503050406030204" pitchFamily="18" charset="0"/></a:rPr><m:t>2</m:t></m:r></m:sup></m:sSup><m:r><a:rPr lang="es-AR" sz="1200" i="1"><a:latin typeface="Cambria Math" panose="02040503050406030204" pitchFamily="18" charset="0"/></a:rPr><m:t>+</m:t></m:r><m:sSup><m:sSupPr><m:ctrlPr><a:rPr lang="es-AR" sz="1200" i="1"><a:latin typeface="Cambria Math" panose="02040503050406030204" pitchFamily="18" charset="0"/></a:rPr></m:ctrlPr></m:sSupPr><m:e><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𝑑𝑠</m:t></m:r><m:r><a:rPr lang="es-AR" sz="1200" i="1"><a:latin typeface="Cambria Math" panose="02040503050406030204" pitchFamily="18" charset="0"/></a:rPr><m:t>0</m:t></m:r></m:sub><m:sup><m:r><a:rPr lang="es-AR" sz="1200" i="1"><a:latin typeface="Cambria Math" panose="02040503050406030204" pitchFamily="18" charset="0"/></a:rPr><m:t>𝑟</m:t></m:r></m:sup></m:sSubSup></m:e></m:d></m:e><m:sup><m:r><a:rPr lang="es-AR" sz="1200" i="1"><a:latin typeface="Cambria Math" panose="02040503050406030204" pitchFamily="18" charset="0"/></a:rPr><m:t>2</m:t></m:r></m:sup></m:sSup><m:r><a:rPr lang="es-AR" sz="1200" i="1"><a:latin typeface="Cambria Math" panose="02040503050406030204" pitchFamily="18" charset="0"/></a:rPr><m:t>+2</m:t></m:r><m:sSup><m:sSupPr><m:ctrlPr><a:rPr lang="es-AR" sz="1200" i="1"><a:latin typeface="Cambria Math" panose="02040503050406030204" pitchFamily="18" charset="0"/></a:rPr></m:ctrlPr></m:sSupPr><m:e><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𝑖</m:t></m:r></m:e><m:sub><m:r><a:rPr lang="es-AR" sz="1200" i="1"><a:latin typeface="Cambria Math" panose="02040503050406030204" pitchFamily="18" charset="0"/></a:rPr><m:t>0</m:t></m:r><m:r><a:rPr lang="es-AR" sz="1200" i="1"><a:latin typeface="Cambria Math" panose="02040503050406030204" pitchFamily="18" charset="0"/></a:rPr><m:t>𝑠</m:t></m:r><m:r><a:rPr lang="es-AR" sz="1200" i="1"><a:latin typeface="Cambria Math" panose="02040503050406030204" pitchFamily="18" charset="0"/></a:rPr><m:t>0</m:t></m:r></m:sub><m:sup><m:r><a:rPr lang="es-AR" sz="1200" i="1"><a:latin typeface="Cambria Math" panose="02040503050406030204" pitchFamily="18" charset="0"/></a:rPr><m:t>𝑟</m:t></m:r></m:sup></m:sSubSup></m:e></m:d></m:e><m:sup><m:r><a:rPr lang="es-AR" sz="1200" i="1"><a:latin typeface="Cambria Math" panose="02040503050406030204" pitchFamily="18" charset="0"/></a:rPr><m:t>2</m:t></m:r></m:sup></m:sSup></m:e></m:d><m:r><a:rPr lang="es-AR" sz="1200" i="1"><a:latin typeface="Cambria Math" panose="02040503050406030204" pitchFamily="18" charset="0"/></a:rPr><m:t>−</m:t></m:r><m:f><m:fPr><m:ctrlPr><a:rPr lang="es-AR" sz="1200" i="1"><a:latin typeface="Cambria Math" panose="02040503050406030204" pitchFamily="18" charset="0"/></a:rPr></m:ctrlPr></m:fPr><m:num><m:r><a:rPr lang="es-AR" sz="1200" i="1"><a:latin typeface="Cambria Math" panose="02040503050406030204" pitchFamily="18" charset="0"/></a:rPr><m:t>1</m:t></m:r></m:num><m:den><m:sSub><m:sSubPr><m:ctrlPr><a:rPr lang="es-AR" sz="1200" i="1"><a:latin typeface="Cambria Math" panose="02040503050406030204" pitchFamily="18" charset="0"/></a:rPr></m:ctrlPr></m:sSubPr><m:e><m:r><a:rPr lang="es-AR" sz="1200" i="1"><a:latin typeface="Cambria Math" panose="02040503050406030204" pitchFamily="18" charset="0"/></a:rPr><m:t>𝑅</m:t></m:r></m:e><m:sub><m:r><a:rPr lang="es-AR" sz="1200" i="1"><a:latin typeface="Cambria Math" panose="02040503050406030204" pitchFamily="18" charset="0"/></a:rPr><m:t>𝑡𝑠</m:t></m:r><m:r><a:rPr lang="es-AR" sz="1200" i="1"><a:latin typeface="Cambria Math" panose="02040503050406030204" pitchFamily="18" charset="0"/></a:rPr><m:t>−</m:t></m:r><m:r><a:rPr lang="es-AR" sz="1200" i="1"><a:latin typeface="Cambria Math" panose="02040503050406030204" pitchFamily="18" charset="0"/></a:rPr><m:t>𝑎𝑚𝑏</m:t></m:r></m:sub></m:sSub></m:den></m:f><m:d><m:dPr><m:ctrlPr><a:rPr lang="es-AR" sz="1200" i="1"><a:latin typeface="Cambria Math" panose="02040503050406030204" pitchFamily="18" charset="0"/></a:rPr></m:ctrlPr></m:dPr><m:e><m:sSubSup><m:sSubSupPr><m:ctrlPr><a:rPr lang="es-AR" sz="1200" i="1"><a:latin typeface="Cambria Math" panose="02040503050406030204" pitchFamily="18" charset="0"/></a:rPr></m:ctrlPr></m:sSubSupPr><m:e><m:r><a:rPr lang="es-AR" sz="1200" i="1"><a:latin typeface="Cambria Math" panose="02040503050406030204" pitchFamily="18" charset="0"/></a:rPr><m:t>𝑇</m:t></m:r></m:e><m:sub><m:r><a:rPr lang="es-AR" sz="1200" i="1"><a:latin typeface="Cambria Math" panose="02040503050406030204" pitchFamily="18" charset="0"/></a:rPr><m:t>𝑠</m:t></m:r><m:r><a:rPr lang="es-AR" sz="1200" i="1"><a:latin typeface="Cambria Math" panose="02040503050406030204" pitchFamily="18" charset="0"/></a:rPr><m:t>0</m:t></m:r></m:sub><m:sup><m:r><a:rPr lang="es-AR" sz="1200" i="1"><a:latin typeface="Cambria Math" panose="02040503050406030204" pitchFamily="18" charset="0"/></a:rPr><m:t>𝑜</m:t></m:r></m:sup></m:sSubSup><m:d><m:dPr><m:ctrlPr><a:rPr lang="es-AR" sz="1200" i="1"><a:latin typeface="Cambria Math" panose="02040503050406030204" pitchFamily="18" charset="0"/></a:rPr></m:ctrlPr></m:dPr><m:e><m:r><a:rPr lang="es-AR" sz="1200" i="1"><a:latin typeface="Cambria Math" panose="02040503050406030204" pitchFamily="18" charset="0"/></a:rPr><m:t>𝑡</m:t></m:r></m:e></m:d><m:sSubSup><m:sSubSupPr><m:ctrlPr><a:rPr lang="es-AR" sz="1200" i="1"><a:latin typeface="Cambria Math" panose="02040503050406030204" pitchFamily="18" charset="0"/></a:rPr></m:ctrlPr></m:sSubSupPr><m:e><m:r><a:rPr lang="es-AR" sz="1200" i="1"><a:latin typeface="Cambria Math" panose="02040503050406030204" pitchFamily="18" charset="0"/></a:rPr><m:t>−</m:t></m:r><m:r><a:rPr lang="es-AR" sz="1200" i="1"><a:latin typeface="Cambria Math" panose="02040503050406030204" pitchFamily="18" charset="0"/></a:rPr><m:t>𝑇</m:t></m:r></m:e><m:sub><m:r><a:rPr lang="es-AR" sz="1200" i="1"><a:latin typeface="Cambria Math" panose="02040503050406030204" pitchFamily="18" charset="0"/></a:rPr><m:t>𝑎𝑚𝑏</m:t></m:r></m:sub><m:sup><m:r><a:rPr lang="es-AR" sz="1200" i="1"><a:latin typeface="Cambria Math" panose="02040503050406030204" pitchFamily="18" charset="0"/></a:rPr><m:t>𝑜</m:t></m:r></m:sup></m:sSubSup><m:d><m:dPr><m:ctrlPr><a:rPr lang="es-AR" sz="1200" i="1"><a:latin typeface="Cambria Math" panose="02040503050406030204" pitchFamily="18" charset="0"/></a:rPr></m:ctrlPr></m:dPr><m:e><m:r><a:rPr lang="es-AR" sz="1200" i="1"><a:latin typeface="Cambria Math" panose="02040503050406030204" pitchFamily="18" charset="0"/></a:rPr><m:t>𝑡</m:t></m:r></m:e></m:d></m:e></m:d></m:e></m:d><m:r><a:rPr lang="es-AR" sz="1200" i="1"><a:latin typeface="Cambria Math" panose="02040503050406030204" pitchFamily="18" charset="0"/></a:rPr><m:t>=0                         </m:t></m:r></m:e></m:mr></m:m></m:e></m:mr></m:m></m:e></m:mr></m:m></m:e></m:d></m:oMath></m:oMathPara></a14:m><a:endParaRPr lang="en-US" sz="1100" dirty="0"/></a:p></p:txBody></p:sp></mc:Choice><mc:Fallback><p:sp><p:nvSpPr><p:cNvPr id="13" name="Text 11"/><p:cNvSpPr><a:spLocks noRot="1" noChangeAspect="1" noMove="1" noResize="1" noEditPoints="1" noAdjustHandles="1" noChangeArrowheads="1" noChangeShapeType="1" noTextEdit="1"/></p:cNvSpPr><p:nvPr/></p:nvSpPr><p:spPr><a:xfrm><a:off x="1463040" y="2267795"/><a:ext cx="8961120" cy="530352"/></a:xfrm><a:prstGeom prst="rect"><a:avLst/></a:prstGeom><a:blipFill><a:blip r:embed="rId2"/><a:stretch><a:fillRect t="-167816" b="-173563"/></a:stretch></a:blipFill><a:ln/></p:spPr><p:txBody><a:bodyPr/><a:lstStyle/><a:p><a:r><a:rPr lang="es-AR"><a:noFill/></a:rPr><a:t> </a:t></a:r></a:p></p:txBody></p:sp></mc:Fallback></mc:AlternateContent><p:sp><p:nvSpPr><p:cNvPr id="14" name="Text 12"/><p:cNvSpPr/><p:nvPr/></p:nvSpPr><p:spPr><a:xfrm><a:off x="365760" y="4129649"/><a:ext cx="11430000" cy="475488"/></a:xfrm><a:prstGeom prst="rect"><a:avLst/></a:prstGeom><a:noFill/><a:ln/></p:spPr><p:txBody><a:bodyPr wrap="square" rtlCol="0" anchor="t"/><a:lstStyle/><a:p><a:pPr marL="0" indent="0" algn="l"><a:buNone/></a:pPr><a:r><a:rPr lang="en-US" sz="1300" b="1" dirty="0"><a:solidFill><a:srgbClr val="1A386B"/></a:solidFill><a:latin typeface="Calibri" pitchFamily="34" charset="0"/><a:ea typeface="Calibri" pitchFamily="34" charset="-122"/><a:cs typeface="Calibri" pitchFamily="34" charset="-120"/></a:rPr><a:t>2.  Modelo de pequeñas desviaciones Δx(t) (LPV — matrices A(p) y B(p) varían con el punto de operación):</a:t></a:r><a:endParaRPr lang="en-US" sz="1300" dirty="0"/></a:p></p:txBody></p:sp><p:sp><p:nvSpPr><p:cNvPr id="15" name="Shape 13"/><p:cNvSpPr/><p:nvPr/></p:nvSpPr><p:spPr><a:xfrm><a:off x="1371599" y="4528622"/><a:ext cx="9144000" cy="1317365"/></a:xfrm><a:prstGeom prst="rect"><a:avLst/></a:prstGeom><a:solidFill><a:srgbClr val="FFF8E8"/></a:solidFill><a:ln w="19050"><a:solidFill><a:srgbClr val="DDAA00"/></a:solidFill><a:prstDash val="solid"/></a:ln></p:spPr></p:sp><mc:AlternateContent xmlns:mc="http://schemas.openxmlformats.org/markup-compatibility/2006"><mc:Choice xmlns:a14="http://schemas.microsoft.com/office/drawing/2010/main" Requires="a14"><p:sp><p:nvSpPr><p:cNvPr id="16" name="Text 14"/><p:cNvSpPr/><p:nvPr/></p:nvSpPr><p:spPr><a:xfrm><a:off x="1371599" y="4832764"/><a:ext cx="8961120" cy="530352"/></a:xfrm><a:prstGeom prst="rect"><a:avLst/></a:prstGeom><a:noFill/><a:ln/></p:spPr><p:txBody><a:bodyPr wrap="square" rtlCol="0" anchor="ctr"/><a:lstStyle/><a:p><a:pPr algn="ctr"/><a:br><a:rPr lang="es-MX" sz="1000" dirty="0"/></a:br><a14:m><m:oMathPara xmlns:m="http://schemas.openxmlformats.org/officeDocument/2006/math"><m:oMathParaPr><m:jc m:val="centerGroup"/></m:oMathParaPr><m:oMath xmlns:m="http://schemas.openxmlformats.org/officeDocument/2006/math"><m:r><a:rPr lang="es-AR" sz="1400" i="1"/><m:t>𝐴</m:t></m:r><m:r><a:rPr lang="es-AR" sz="1400" i="1"/><m:t>(</m:t></m:r><m:sSub><m:sSubPr><m:ctrlPr><a:rPr lang="es-AR" sz="1400" i="1"/></m:ctrlPr></m:sSubPr><m:e><m:r><a:rPr lang="es-AR" sz="1400" i="1"/><m:t>𝑥</m:t></m:r></m:e><m:sub><m:r><a:rPr lang="es-AR" sz="1400" i="1"/><m:t>0</m:t></m:r></m:sub></m:sSub><m:r><a:rPr lang="es-AR" sz="1400" i="1"/><m:t>,</m:t></m:r><m:sSub><m:sSubPr><m:ctrlPr><a:rPr lang="es-AR" sz="1400" i="1"/></m:ctrlPr></m:sSubPr><m:e><m:r><a:rPr lang="es-AR" sz="1400" i="1"/><m:t>𝑢</m:t></m:r></m:e><m:sub><m:r><a:rPr lang="es-AR" sz="1400" i="1"/><m:t>0</m:t></m:r></m:sub></m:sSub><m:r><a:rPr lang="es-AR" sz="1400" i="1"/><m:t>)=</m:t></m:r><m:d><m:dPr><m:begChr m:val="["/><m:endChr m:val="]"/><m:ctrlPr><a:rPr lang="es-AR" sz="1400" i="1"/></m:ctrlPr></m:dPr><m:e><m:m><m:mPr><m:mcs><m:mc><m:mcPr><m:count m:val="3"/><m:mcJc m:val="center"/></m:mcPr></m:mc></m:mcs><m:ctrlPr><a:rPr lang="es-AR" sz="1400" i="1"/></m:ctrlPr></m:mPr><m:mr><m:e><m:sSub><m:sSubPr><m:ctrlPr><a:rPr lang="es-AR" sz="1400" i="1"/></m:ctrlPr></m:sSubPr><m:e><m:d><m:dPr><m:begChr m:val=""/><m:endChr m:val="|"/><m:ctrlPr><a:rPr lang="es-AR" sz="1400" i="1"/></m:ctrlPr></m:dPr><m:e><m:f><m:fPr><m:ctrlPr><a:rPr lang="es-AR" sz="1400" i="1"/></m:ctrlPr></m:fPr><m:num><m:sSub><m:sSubPr><m:ctrlPr><a:rPr lang="es-AR" sz="1400" i="1"/></m:ctrlPr></m:sSubPr><m:e><m:r><a:rPr lang="es-AR" sz="1400" i="1"/><m:t>𝜕</m:t></m:r><m:r><a:rPr lang="es-AR" sz="1400" i="1"/><m:t>𝑓</m:t></m:r></m:e><m:sub><m:r><a:rPr lang="es-AR" sz="1400" i="1"/><m:t>1</m:t></m:r></m:sub></m:sSub></m:num><m:den><m:sSub><m:sSubPr><m:ctrlPr><a:rPr lang="es-AR" sz="1400" i="1"/></m:ctrlPr></m:sSubPr><m:e><m:r><a:rPr lang="es-AR" sz="1400" i="1"/><m:t>𝜕</m:t></m:r><m:r><a:rPr lang="es-AR" sz="1400" i="1"/><m:t>𝑥</m:t></m:r></m:e><m:sub><m:r><a:rPr lang="es-AR" sz="1400" i="1"/><m:t>1</m:t></m:r></m:sub></m:sSub></m:den></m:f></m:e></m:d></m:e><m:sub><m:r><a:rPr lang="es-AR" sz="1400" i="1"/><m:t>0</m:t></m:r></m:sub></m:sSub></m:e><m:e><m:r><a:rPr lang="es-AR" sz="1400" i="1"/><m:t>⋯</m:t></m:r></m:e><m:e><m:sSub><m:sSubPr><m:ctrlPr><a:rPr lang="es-AR" sz="1400" i="1"/></m:ctrlPr></m:sSubPr><m:e><m:d><m:dPr><m:begChr m:val=""/><m:endChr m:val="|"/><m:ctrlPr><a:rPr lang="es-AR" sz="1400" i="1"/></m:ctrlPr></m:dPr><m:e><m:f><m:fPr><m:ctrlPr><a:rPr lang="es-AR" sz="1400" i="1"/></m:ctrlPr></m:fPr><m:num><m:sSub><m:sSubPr><m:ctrlPr><a:rPr lang="es-AR" sz="1400" i="1"/></m:ctrlPr></m:sSubPr><m:e><m:r><a:rPr lang="es-AR" sz="1400" i="1"/><m:t>𝜕</m:t></m:r><m:r><a:rPr lang="es-AR" sz="1400" i="1"/><m:t>𝑓</m:t></m:r></m:e><m:sub><m:r><a:rPr lang="es-AR" sz="1400" i="1"/><m:t>1</m:t></m:r></m:sub></m:sSub></m:num><m:den><m:sSub><m:sSubPr><m:ctrlPr><a:rPr lang="es-AR" sz="1400" i="1"/></m:ctrlPr></m:sSubPr><m:e><m:r><a:rPr lang="es-AR" sz="1400" i="1"/><m:t>𝜕</m:t></m:r><m:r><a:rPr lang="es-AR" sz="1400" i="1"/><m:t>𝑥</m:t></m:r></m:e><m:sub><m:r><a:rPr lang="es-AR" sz="1400" i="1"/><m:t>𝑛</m:t></m:r></m:sub></m:sSub></m:den></m:f></m:e></m:d></m:e><m:sub><m:r><a:rPr lang="es-AR" sz="1400" i="1"/><m:t>0</m:t></m:r></m:sub></m:sSub></m:e></m:mr><m:mr><m:e><m:r><a:rPr lang="es-AR" sz="1400" i="1"/><m:t>⋮</m:t></m:r></m:e><m:e><m:r><a:rPr lang="es-AR" sz="1400" i="1"/><m:t>⋱</m:t></m:r></m:e><m:e><m:r><a:rPr lang="es-AR" sz="1400" i="1"/><m:t>⋮</m:t></m:r></m:e></m:mr><m:mr><m:e><m:sSub><m:sSubPr><m:ctrlPr><a:rPr lang="es-AR" sz="1400" i="1"/></m:ctrlPr></m:sSubPr><m:e><m:d><m:dPr><m:begChr m:val=""/><m:endChr m:val="|"/><m:ctrlPr><a:rPr lang="es-AR" sz="1400" i="1"/></m:ctrlPr></m:dPr><m:e><m:f><m:fPr><m:ctrlPr><a:rPr lang="es-AR" sz="1400" i="1"/></m:ctrlPr></m:fPr><m:num><m:sSub><m:sSubPr><m:ctrlPr><a:rPr lang="es-AR" sz="1400" i="1"/></m:ctrlPr></m:sSubPr><m:e><m:r><a:rPr lang="es-AR" sz="1400" i="1"/><m:t>𝜕</m:t></m:r><m:r><a:rPr lang="es-AR" sz="1400" i="1"/><m:t>𝑓</m:t></m:r></m:e><m:sub><m:r><a:rPr lang="es-AR" sz="1400" i="1"/><m:t>𝑛</m:t></m:r></m:sub></m:sSub></m:num><m:den><m:sSub><m:sSubPr><m:ctrlPr><a:rPr lang="es-AR" sz="1400" i="1"/></m:ctrlPr></m:sSubPr><m:e><m:r><a:rPr lang="es-AR" sz="1400" i="1"/><m:t>𝜕</m:t></m:r><m:r><a:rPr lang="es-AR" sz="1400" i="1"/><m:t>𝑥</m:t></m:r></m:e><m:sub><m:r><a:rPr lang="es-AR" sz="1400" i="1"/><m:t>1</m:t></m:r></m:sub></m:sSub></m:den></m:f></m:e></m:d></m:e><m:sub><m:r><a:rPr lang="es-AR" sz="1400" i="1"/><m:t>0</m:t></m:r></m:sub></m:sSub></m:e><m:e><m:r><a:rPr lang="es-AR" sz="1400" i="1"/><m:t>⋯</m:t></m:r></m:e><m:e><m:sSub><m:sSubPr><m:ctrlPr><a:rPr lang="es-AR" sz="1400" i="1"/></m:ctrlPr></m:sSubPr><m:e><m:d><m:dPr><m:begChr m:val=""/><m:endChr m:val="|"/><m:ctrlPr><a:rPr lang="es-AR" sz="1400" i="1"/></m:ctrlPr></m:dPr><m:e><m:f><m:fPr><m:ctrlPr><a:rPr lang="es-AR" sz="1400" i="1"/></m:ctrlPr></m:fPr><m:num><m:sSub><m:sSubPr><m:ctrlPr><a:rPr lang="es-AR" sz="1400" i="1"/></m:ctrlPr></m:sSubPr><m:e><m:r><a:rPr lang="es-AR" sz="1400" i="1"/><m:t>𝜕</m:t></m:r><m:r><a:rPr lang="es-AR" sz="1400" i="1"/><m:t>𝑓</m:t></m:r></m:e><m:sub><m:r><a:rPr lang="es-AR" sz="1400" i="1"/><m:t>𝑛</m:t></m:r></m:sub></m:sSub></m:num><m:den><m:sSub><m:sSubPr><m:ctrlPr><a:rPr lang="es-AR" sz="1400" i="1"/></m:ctrlPr></m:sSubPr><m:e><m:r><a:rPr lang="es-AR" sz="1400" i="1"/><m:t>𝜕</m:t></m:r><m:r><a:rPr lang="es-AR" sz="1400" i="1"/><m:t>𝑥</m:t></m:r></m:e><m:sub><m:r><a:rPr lang="es-AR" sz="1400" i="1"/><m:t>𝑛</m:t></m:r></m:sub></m:sSub></m:den></m:f></m:e></m:d></m:e><m:sub><m:r><a:rPr lang="es-AR" sz="1400" i="1"/><m:t>0</m:t></m:r></m:sub></m:sSub></m:e></m:mr></m:m></m:e></m:d><m:r><a:rPr lang="es-AR" sz="1400" i="1"/><m:t> ,                       </m:t></m:r><m:r><a:rPr lang="es-AR" sz="1400" i="1"/><m:t>𝐵</m:t></m:r><m:r><a:rPr lang="es-AR" sz="1400" i="1"/><m:t>(</m:t></m:r><m:sSub><m:sSubPr><m:ctrlPr><a:rPr lang="es-AR" sz="1400" i="1"/></m:ctrlPr></m:sSubPr><m:e><m:r><a:rPr lang="es-AR" sz="1400" i="1"/><m:t>𝑥</m:t></m:r></m:e><m:sub><m:r><a:rPr lang="es-AR" sz="1400" i="1"/><m:t>0</m:t></m:r></m:sub></m:sSub><m:r><a:rPr lang="es-AR" sz="1400" i="1"/><m:t>,</m:t></m:r><m:sSub><m:sSubPr><m:ctrlPr><a:rPr lang="es-AR" sz="1400" i="1"/></m:ctrlPr></m:sSubPr><m:e><m:r><a:rPr lang="es-AR" sz="1400" i="1"/><m:t>𝑢</m:t></m:r></m:e><m:sub><m:r><a:rPr lang="es-AR" sz="1400" i="1"/><m:t>0</m:t></m:r></m:sub></m:sSub><m:r><a:rPr lang="es-AR" sz="1400" i="1"/><m:t>)=</m:t></m:r><m:d><m:dPr><m:begChr m:val="["/><m:endChr m:val="]"/><m:ctrlPr><a:rPr lang="es-AR" sz="1400" i="1"/></m:ctrlPr></m:dPr><m:e><m:m><m:mPr><m:mcs><m:mc><m:mcPr><m:count m:val="3"/><m:mcJc m:val="center"/></m:mcPr></m:mc></m:mcs><m:ctrlPr><a:rPr lang="es-AR" sz="1400" i="1"/></m:ctrlPr></m:mPr><m:mr><m:e><m:sSub><m:sSubPr><m:ctrlPr><a:rPr lang="es-AR" sz="1400" i="1"/></m:ctrlPr></m:sSubPr><m:e><m:d><m:dPr><m:begChr m:val=""/><m:endChr m:val="|"/><m:ctrlPr><a:rPr lang="es-AR" sz="1400" i="1"/></m:ctrlPr></m:dPr><m:e><m:f><m:fPr><m:ctrlPr><a:rPr lang="es-AR" sz="1400" i="1"/></m:ctrlPr></m:fPr><m:num><m:sSub><m:sSubPr><m:ctrlPr><a:rPr lang="es-AR" sz="1400" i="1"/></m:ctrlPr></m:sSubPr><m:e><m:r><a:rPr lang="es-AR" sz="1400" i="1"/><m:t>𝜕</m:t></m:r><m:r><a:rPr lang="es-AR" sz="1400" i="1"/><m:t>𝑓</m:t></m:r></m:e><m:sub><m:r><a:rPr lang="es-AR" sz="1400" i="1"/><m:t>1</m:t></m:r></m:sub></m:sSub></m:num><m:den><m:sSub><m:sSubPr><m:ctrlPr><a:rPr lang="es-AR" sz="1400" i="1"/></m:ctrlPr></m:sSubPr><m:e><m:r><a:rPr lang="es-AR" sz="1400" i="1"/><m:t>𝜕</m:t></m:r><m:r><a:rPr lang="es-AR" sz="1400" i="1"/><m:t>𝑢</m:t></m:r></m:e><m:sub><m:r><a:rPr lang="es-AR" sz="1400" i="1"/><m:t>1</m:t></m:r></m:sub></m:sSub></m:den></m:f></m:e></m:d></m:e><m:sub><m:r><a:rPr lang="es-AR" sz="1400" i="1"/><m:t>0</m:t></m:r></m:sub></m:sSub></m:e><m:e><m:r><a:rPr lang="es-AR" sz="1400" i="1"/><m:t>⋯</m:t></m:r></m:e><m:e><m:sSub><m:sSubPr><m:ctrlPr><a:rPr lang="es-AR" sz="1400" i="1"/></m:ctrlPr></m:sSubPr><m:e><m:d><m:dPr><m:begChr m:val=""/><m:endChr m:val="|"/><m:ctrlPr><a:rPr lang="es-AR" sz="1400" i="1"/></m:ctrlPr></m:dPr><m:e><m:f><m:fPr><m:ctrlPr><a:rPr lang="es-AR" sz="1400" i="1"/></m:ctrlPr></m:fPr><m:num><m:sSub><m:sSubPr><m:ctrlPr><a:rPr lang="es-AR" sz="1400" i="1"/></m:ctrlPr></m:sSubPr><m:e><m:r><a:rPr lang="es-AR" sz="1400" i="1"/><m:t>𝜕</m:t></m:r><m:r><a:rPr lang="es-AR" sz="1400" i="1"/><m:t>𝑓</m:t></m:r></m:e><m:sub><m:r><a:rPr lang="es-AR" sz="1400" i="1"/><m:t>1</m:t></m:r></m:sub></m:sSub></m:num><m:den><m:sSub><m:sSubPr><m:ctrlPr><a:rPr lang="es-AR" sz="1400" i="1"/></m:ctrlPr></m:sSubPr><m:e><m:r><a:rPr lang="es-AR" sz="1400" i="1"/><m:t>𝜕</m:t></m:r><m:r><a:rPr lang="es-AR" sz="1400" i="1"/><m:t>𝑢</m:t></m:r></m:e><m:sub><m:r><a:rPr lang="es-AR" sz="1400" i="1"/><m:t>𝑛</m:t></m:r></m:sub></m:sSub></m:den></m:f></m:e></m:d></m:e><m:sub><m:r><a:rPr lang="es-AR" sz="1400" i="1"/><m:t>0</m:t></m:r></m:sub></m:sSub></m:e></m:mr><m:mr><m:e><m:r><a:rPr lang="es-AR" sz="1400" i="1"/><m:t>⋮</m:t></m:r></m:e><m:e><m:r><a:rPr lang="es-AR" sz="1400" i="1"/><m:t>⋱</m:t></m:r></m:e><m:e><m:r><a:rPr lang="es-AR" sz="1400" i="1"/><m:t>⋮</m:t></m:r></m:e></m:mr><m:mr><m:e><m:sSub><m:sSubPr><m:ctrlPr><a:rPr lang="es-AR" sz="1400" i="1"/></m:ctrlPr></m:sSubPr><m:e><m:d><m:dPr><m:begChr m:val=""/><m:endChr m:val="|"/><m:ctrlPr><a:rPr lang="es-AR" sz="1400" i="1"/></m:ctrlPr></m:dPr><m:e><m:f><m:fPr><m:ctrlPr><a:rPr lang="es-AR" sz="1400" i="1"/></m:ctrlPr></m:fPr><m:num><m:sSub><m:sSubPr><m:ctrlPr><a:rPr lang="es-AR" sz="1400" i="1"/></m:ctrlPr></m:sSubPr><m:e><m:r><a:rPr lang="es-AR" sz="1400" i="1"/><m:t>𝜕</m:t></m:r><m:r><a:rPr lang="es-AR" sz="1400" i="1"/><m:t>𝑓</m:t></m:r></m:e><m:sub><m:r><a:rPr lang="es-AR" sz="1400" i="1"/><m:t>𝑛</m:t></m:r></m:sub></m:sSub></m:num><m:den><m:sSub><m:sSubPr><m:ctrlPr><a:rPr lang="es-AR" sz="1400" i="1"/></m:ctrlPr></m:sSubPr><m:e><m:r><a:rPr lang="es-AR" sz="1400" i="1"/><m:t>𝜕</m:t></m:r><m:r><a:rPr lang="es-AR" sz="1400" i="1"/><m:t>𝑢</m:t></m:r></m:e><m:sub><m:r><a:rPr lang="es-AR" sz="1400" i="1"/><m:t>1</m:t></m:r></m:sub></m:sSub></m:den></m:f></m:e></m:d></m:e><m:sub><m:r><a:rPr lang="es-AR" sz="1400" i="1"/><m:t>0</m:t></m:r></m:sub></m:sSub></m:e><m:e><m:r><a:rPr lang="es-AR" sz="1400" i="1"/><m:t>⋯</m:t></m:r></m:e><m:e><m:sSub><m:sSubPr><m:ctrlPr><a:rPr lang="es-AR" sz="1400" i="1"/></m:ctrlPr></m:sSubPr><m:e><m:d><m:dPr><m:begChr m:val=""/><m:endChr m:val="|"/><m:ctrlPr><a:rPr lang="es-AR" sz="1400" i="1"/></m:ctrlPr></m:dPr><m:e><m:f><m:fPr><m:ctrlPr><a:rPr lang="es-AR" sz="1400" i="1"/></m:ctrlPr></m:fPr><m:num><m:sSub><m:sSubPr><m:ctrlPr><a:rPr lang="es-AR" sz="1400" i="1"/></m:ctrlPr></m:sSubPr><m:e><m:r><a:rPr lang="es-AR" sz="1400" i="1"/><m:t>𝜕</m:t></m:r><m:r><a:rPr lang="es-AR" sz="1400" i="1"/><m:t>𝑓</m:t></m:r></m:e><m:sub><m:r><a:rPr lang="es-AR" sz="1400" i="1"/><m:t>𝑛</m:t></m:r></m:sub></m:sSub></m:num><m:den><m:sSub><m:sSubPr><m:ctrlPr><a:rPr lang="es-AR" sz="1400" i="1"/></m:ctrlPr></m:sSubPr><m:e><m:r><a:rPr lang="es-AR" sz="1400" i="1"/><m:t>𝜕</m:t></m:r><m:r><a:rPr lang="es-AR" sz="1400" i="1"/><m:t>𝑢</m:t></m:r></m:e><m:sub><m:r><a:rPr lang="es-AR" sz="1400" i="1"/><m:t>𝑛</m:t></m:r></m:sub></m:sSub></m:den></m:f></m:e></m:d></m:e><m:sub><m:r><a:rPr lang="es-AR" sz="1400" i="1"/><m:t>0</m:t></m:r></m:sub></m:sSub></m:e></m:mr></m:m></m:e></m:d></m:oMath></m:oMathPara></a14:m><a:endParaRPr lang="en-US" sz="1000" dirty="0"/></a:p></p:txBody></p:sp></mc:Choice><mc:Fallback><p:sp><p:nvSpPr><p:cNvPr id="16" name="Text 14"/><p:cNvSpPr><a:spLocks noRot="1" noChangeAspect="1" noMove="1" noResize="1" noEditPoints="1" noAdjustHandles="1" noChangeArrowheads="1" noChangeShapeType="1" noTextEdit="1"/></p:cNvSpPr><p:nvPr/></p:nvSpPr><p:spPr><a:xfrm><a:off x="1371599" y="4832764"/><a:ext cx="8961120" cy="530352"/></a:xfrm><a:prstGeom prst="rect"><a:avLst/></a:prstGeom><a:blipFill><a:blip r:embed="rId3"/><a:stretch><a:fillRect t="-43678" b="-80460"/></a:stretch></a:blipFill><a:ln/></p:spPr><p:txBody><a:bodyPr/><a:lstStyle/><a:p><a:r><a:rPr lang="es-AR"><a:noFill/></a:rPr><a:t> </a:t></a:r></a:p></p:txBody></p:sp></mc:Fallback></mc:AlternateContent><mc:AlternateContent xmlns:mc="http://schemas.openxmlformats.org/markup-compatibility/2006" xmlns:a14="http://schemas.microsoft.com/office/drawing/2010/main"><mc:Choice Requires="a14"><p:sp><p:nvSpPr><p:cNvPr id="20" name="CuadroTexto 19"><a:extLst><a:ext uri="{FF2B5EF4-FFF2-40B4-BE49-F238E27FC236}"><a16:creationId xmlns:a16="http://schemas.microsoft.com/office/drawing/2014/main" id="{62552072-93AD-44B7-AA9E-5C03109DB1C9}"/></a:ext></a:extLst></p:cNvPr><p:cNvSpPr txBox="1"/><p:nvPr/></p:nvSpPr><p:spPr><a:xfrm><a:off x="3046602" y="843816"/><a:ext cx="6098796" cy="348685"/></a:xfrm><a:prstGeom prst="rect"><a:avLst/></a:prstGeom><a:noFill/></p:spPr><p:txBody><a:bodyPr wrap="square"><a:spAutoFit/></a:bodyPr><a:lstStyle/><a:p><a:pPr/><a14:m><m:oMathPara xmlns:m="http://schemas.openxmlformats.org/officeDocument/2006/math"><m:oMathParaPr><m:jc m:val="centerGroup"/></m:oMathParaPr><m:oMath xmlns:m="http://schemas.openxmlformats.org/officeDocument/2006/math"><m:sSub><m:sSubPr><m:ctrlPr><a:rPr lang="es-AR" sz="1050" i="1" smtClean="0"><a:effectLst/><a:latin typeface="Cambria Math" panose="02040503050406030204" pitchFamily="18" charset="0"/><a:cs typeface="Calibri" panose="020F0502020204030204" pitchFamily="34" charset="0"/></a:rPr></m:ctrlPr></m:sSubPr><m:e><m:acc><m:accPr><m:chr m:val="̇"/><m:ctrlPr><a:rPr lang="es-AR" sz="1050" i="1" smtClean="0"><a:effectLst/><a:latin typeface="Cambria Math" panose="02040503050406030204" pitchFamily="18" charset="0"/><a:cs typeface="Calibri" panose="020F0502020204030204" pitchFamily="34" charset="0"/></a:rPr></m:ctrlPr></m:accPr><m:e><m:r><a:rPr lang="es-AR" sz="1600" i="1"><a:effectLst/><a:latin typeface="Cambria Math" panose="02040503050406030204" pitchFamily="18" charset="0"/><a:ea typeface="Calibri" panose="020F0502020204030204" pitchFamily="34" charset="0"/><a:cs typeface="Calibri" panose="020F0502020204030204" pitchFamily="34" charset="0"/></a:rPr><m:t>𝑋</m:t></m:r></m:e></m:acc></m:e><m:sub><m:r><a:rPr lang="es-AR" sz="1600" i="1"><a:effectLst/><a:latin typeface="Cambria Math" panose="02040503050406030204" pitchFamily="18" charset="0"/><a:ea typeface="Calibri" panose="020F0502020204030204" pitchFamily="34" charset="0"/><a:cs typeface="Calibri" panose="020F0502020204030204" pitchFamily="34" charset="0"/></a:rPr><m:t>0</m:t></m:r></m:sub></m:sSub><m:d><m:dPr><m:ctrlPr><a:rPr lang="es-AR" sz="1050" i="1"><a:effectLst/><a:latin typeface="Cambria Math" panose="02040503050406030204" pitchFamily="18" charset="0"/><a:cs typeface="Calibri" panose="020F0502020204030204" pitchFamily="34" charset="0"/></a:rPr></m:ctrlPr></m:dPr><m:e><m:r><a:rPr lang="es-AR" sz="1600" i="1"><a:effectLst/><a:latin typeface="Cambria Math" panose="02040503050406030204" pitchFamily="18" charset="0"/><a:ea typeface="Calibri" panose="020F0502020204030204" pitchFamily="34" charset="0"/><a:cs typeface="Calibri" panose="020F0502020204030204" pitchFamily="34" charset="0"/></a:rPr><m:t>𝑡</m:t></m:r></m:e></m:d><m:r><a:rPr lang="es-AR" sz="1600" i="1"><a:effectLst/><a:latin typeface="Cambria Math" panose="02040503050406030204" pitchFamily="18" charset="0"/><a:ea typeface="Calibri" panose="020F0502020204030204" pitchFamily="34" charset="0"/><a:cs typeface="Times New Roman" panose="02020603050405020304" pitchFamily="18" charset="0"/></a:rPr><m:t>=</m:t></m:r><m:r><a:rPr lang="es-AR" sz="1600" i="1"><a:effectLst/><a:latin typeface="Cambria Math" panose="02040503050406030204" pitchFamily="18" charset="0"/><a:ea typeface="Calibri" panose="020F0502020204030204" pitchFamily="34" charset="0"/><a:cs typeface="Times New Roman" panose="02020603050405020304" pitchFamily="18" charset="0"/></a:rPr><m:t>𝑓</m:t></m:r><m:d><m:dPr><m:ctrlPr><a:rPr lang="es-AR" sz="1050" i="1"><a:effectLst/><a:latin typeface="Cambria Math" panose="02040503050406030204" pitchFamily="18" charset="0"/></a:rPr></m:ctrlPr></m:dPr><m:e><m:sSub><m:sSubPr><m:ctrlPr><a:rPr lang="es-AR" sz="1050" i="1"><a:effectLst/><a:latin typeface="Cambria Math" panose="02040503050406030204" pitchFamily="18" charset="0"/></a:rPr></m:ctrlPr></m:sSubPr><m:e><m:r><a:rPr lang="es-AR" sz="1600" i="1"><a:effectLst/><a:latin typeface="Cambria Math" panose="02040503050406030204" pitchFamily="18" charset="0"/><a:ea typeface="Calibri" panose="020F0502020204030204" pitchFamily="34" charset="0"/><a:cs typeface="Times New Roman" panose="02020603050405020304" pitchFamily="18" charset="0"/></a:rPr><m:t>𝑋</m:t></m:r></m:e><m:sub><m:r><a:rPr lang="es-AR" sz="1600" i="1"><a:effectLst/><a:latin typeface="Cambria Math" panose="02040503050406030204" pitchFamily="18" charset="0"/><a:ea typeface="Calibri" panose="020F0502020204030204" pitchFamily="34" charset="0"/><a:cs typeface="Times New Roman" panose="02020603050405020304" pitchFamily="18" charset="0"/></a:rPr><m:t>𝑜</m:t></m:r></m:sub></m:sSub><m:d><m:dPr><m:ctrlPr><a:rPr lang="es-AR" sz="1050" i="1"><a:effectLst/><a:latin typeface="Cambria Math" panose="02040503050406030204" pitchFamily="18" charset="0"/></a:rPr></m:ctrlPr></m:dPr><m:e><m:r><a:rPr lang="es-AR" sz="1600" i="1"><a:effectLst/><a:latin typeface="Cambria Math" panose="02040503050406030204" pitchFamily="18" charset="0"/><a:ea typeface="Calibri" panose="020F0502020204030204" pitchFamily="34" charset="0"/><a:cs typeface="Times New Roman" panose="02020603050405020304" pitchFamily="18" charset="0"/></a:rPr><m:t>𝑡</m:t></m:r></m:e></m:d><m:r><a:rPr lang="es-AR" sz="1600" i="1"><a:effectLst/><a:latin typeface="Cambria Math" panose="02040503050406030204" pitchFamily="18" charset="0"/><a:ea typeface="Calibri" panose="020F0502020204030204" pitchFamily="34" charset="0"/><a:cs typeface="Times New Roman" panose="02020603050405020304" pitchFamily="18" charset="0"/></a:rPr><m:t>,</m:t></m:r><m:sSub><m:sSubPr><m:ctrlPr><a:rPr lang="es-AR" sz="1050" i="1"><a:effectLst/><a:latin typeface="Cambria Math" panose="02040503050406030204" pitchFamily="18" charset="0"/></a:rPr></m:ctrlPr></m:sSubPr><m:e><m:r><a:rPr lang="es-AR" sz="1600" i="1"><a:effectLst/><a:latin typeface="Cambria Math" panose="02040503050406030204" pitchFamily="18" charset="0"/><a:ea typeface="Calibri" panose="020F0502020204030204" pitchFamily="34" charset="0"/><a:cs typeface="Times New Roman" panose="02020603050405020304" pitchFamily="18" charset="0"/></a:rPr><m:t>𝑈</m:t></m:r></m:e><m:sub><m:r><a:rPr lang="es-AR" sz="1600" i="1"><a:effectLst/><a:latin typeface="Cambria Math" panose="02040503050406030204" pitchFamily="18" charset="0"/><a:ea typeface="Calibri" panose="020F0502020204030204" pitchFamily="34" charset="0"/><a:cs typeface="Times New Roman" panose="02020603050405020304" pitchFamily="18" charset="0"/></a:rPr><m:t>𝑜</m:t></m:r></m:sub></m:sSub><m:d><m:dPr><m:ctrlPr><a:rPr lang="es-AR" sz="1050" i="1"><a:effectLst/><a:latin typeface="Cambria Math" panose="02040503050406030204" pitchFamily="18" charset="0"/></a:rPr></m:ctrlPr></m:dPr><m:e><m:r><a:rPr lang="es-AR" sz="1600" i="1"><a:effectLst/><a:latin typeface="Cambria Math" panose="02040503050406030204" pitchFamily="18" charset="0"/><a:ea typeface="Calibri" panose="020F0502020204030204" pitchFamily="34" charset="0"/><a:cs typeface="Times New Roman" panose="02020603050405020304" pitchFamily="18" charset="0"/></a:rPr><m:t>𝑡</m:t></m:r></m:e></m:d></m:e></m:d><m:r><a:rPr lang="es-AR" sz="1600" i="1"><a:effectLst/><a:latin typeface="Cambria Math" panose="02040503050406030204" pitchFamily="18" charset="0"/><a:ea typeface="Calibri" panose="020F0502020204030204" pitchFamily="34" charset="0"/><a:cs typeface="Times New Roman" panose="02020603050405020304" pitchFamily="18" charset="0"/></a:rPr><m:t>≈</m:t></m:r><m:r><a:rPr lang="es-AR" sz="1600" i="1"><a:effectLst/><a:latin typeface="Cambria Math" panose="02040503050406030204" pitchFamily="18" charset="0"/><a:ea typeface="Calibri" panose="020F0502020204030204" pitchFamily="34" charset="0"/><a:cs typeface="Times New Roman" panose="02020603050405020304" pitchFamily="18" charset="0"/></a:rPr><m:t>𝑐𝑡𝑒</m:t></m:r></m:oMath></m:oMathPara></a14:m><a:endParaRPr lang="es-AR" dirty="0"/></a:p></p:txBody></p:sp></mc:Choice><mc:Fallback xmlns=""><p:sp><p:nvSpPr><p:cNvPr id="20" name="CuadroTexto 19"><a:extLst><a:ext uri="{FF2B5EF4-FFF2-40B4-BE49-F238E27FC236}"><a16:creationId xmlns:a16="http://schemas.microsoft.com/office/drawing/2014/main" id="{62552072-93AD-44B7-AA9E-5C03109DB1C9}"/></a:ext></a:extLst></p:cNvPr><p:cNvSpPr txBox="1"><a:spLocks noRot="1" noChangeAspect="1" noMove="1" noResize="1" noEditPoints="1" noAdjustHandles="1" noChangeArrowheads="1" noChangeShapeType="1" noTextEdit="1"/></p:cNvSpPr><p:nvPr/></p:nvSpPr><p:spPr><a:xfrm><a:off x="3046602" y="843816"/><a:ext cx="6098796" cy="348685"/></a:xfrm><a:prstGeom prst="rect"><a:avLst/></a:prstGeom><a:blipFill><a:blip r:embed="rId5"/><a:stretch><a:fillRect b="-3448"/></a:stretch></a:blipFill></p:spPr><p:txBody><a:bodyPr/><a:lstStyle/><a:p><a:r><a:rPr lang="es-AR"><a:noFill/></a:rPr><a:t> </a:t></a:r></a:p></p:txBody></p:sp></mc:Fallback></mc:AlternateContent><mc:AlternateContent xmlns:mc="http://schemas.openxmlformats.org/markup-compatibility/2006"><mc:Choice xmlns:a14="http://schemas.microsoft.com/office/drawing/2010/main" Requires="a14"><p:sp><p:nvSpPr><p:cNvPr id="22" name="CuadroTexto 21"><a:extLst><a:ext uri="{FF2B5EF4-FFF2-40B4-BE49-F238E27FC236}"><a16:creationId xmlns:a16="http://schemas.microsoft.com/office/drawing/2014/main" id="{778FF9FF-370D-406E-B50A-A717C2ABCFAC}"/></a:ext></a:extLst></p:cNvPr><p:cNvSpPr txBox="1"/><p:nvPr/></p:nvSpPr><p:spPr><a:xfrm><a:off x="6503563" y="4117845"/><a:ext cx="6098796" cy="307777"/></a:xfrm><a:prstGeom prst="rect"><a:avLst/></a:prstGeom><a:noFill/></p:spPr><p:txBody><a:bodyPr wrap="square"><a:spAutoFit/></a:bodyPr><a:lstStyle/><a:p><a:pPr/><a14:m><m:oMathPara xmlns:m="http://schemas.openxmlformats.org/officeDocument/2006/math"><m:oMathParaPr><m:jc m:val="centerGroup"/></m:oMathParaPr><m:oMath xmlns:m="http://schemas.openxmlformats.org/officeDocument/2006/math"><m:r><m:rPr><m:sty m:val="p"/></m:rPr><a:rPr lang="es-AR" sz="1400"/><m:t>Δ</m:t></m:r><m:acc><m:accPr><m:chr m:val="̇"/><m:ctrlPr><a:rPr lang="es-AR" sz="1400" i="1"/></m:ctrlPr></m:accPr><m:e><m:r><a:rPr lang="es-AR" sz="1400" i="1"/><m:t>𝑥</m:t></m:r></m:e></m:acc><m:d><m:dPr><m:ctrlPr><a:rPr lang="es-AR" sz="1400" i="1"/></m:ctrlPr></m:dPr><m:e><m:r><a:rPr lang="es-AR" sz="1400" i="1"/><m:t>𝑡</m:t></m:r></m:e></m:d><m:r><a:rPr lang="es-AR" sz="1400"/><m:t>=</m:t></m:r><m:r><a:rPr lang="es-AR" sz="1400" i="1"/><m:t>𝐴</m:t></m:r><m:r><a:rPr lang="es-AR" sz="1400" i="1"/><m:t>(</m:t></m:r><m:sSub><m:sSubPr><m:ctrlPr><a:rPr lang="es-AR" sz="1400" i="1"/></m:ctrlPr></m:sSubPr><m:e><m:r><a:rPr lang="es-AR" sz="1400" i="1"/><m:t>𝑥</m:t></m:r></m:e><m:sub><m:r><a:rPr lang="es-AR" sz="1400" i="1"/><m:t>0</m:t></m:r></m:sub></m:sSub><m:r><a:rPr lang="es-AR" sz="1400" i="1"/><m:t>,</m:t></m:r><m:sSub><m:sSubPr><m:ctrlPr><a:rPr lang="es-AR" sz="1400" i="1"/></m:ctrlPr></m:sSubPr><m:e><m:r><a:rPr lang="es-AR" sz="1400" i="1"/><m:t>𝑢</m:t></m:r></m:e><m:sub><m:r><a:rPr lang="es-AR" sz="1400" i="1"/><m:t>0</m:t></m:r></m:sub></m:sSub><m:r><a:rPr lang="es-AR" sz="1400" i="1"/><m:t>)</m:t></m:r><m:r><a:rPr lang="es-AR" sz="1400"/><m:t>⋅</m:t></m:r><m:r><m:rPr><m:sty m:val="p"/></m:rPr><a:rPr lang="es-AR" sz="1400"/><m:t>Δ</m:t></m:r><m:r><a:rPr lang="es-AR" sz="1400" i="1"/><m:t>𝑥</m:t></m:r><m:d><m:dPr><m:ctrlPr><a:rPr lang="es-AR" sz="1400" i="1"/></m:ctrlPr></m:dPr><m:e><m:r><a:rPr lang="es-AR" sz="1400" i="1"/><m:t>𝑡</m:t></m:r></m:e></m:d><m:r><a:rPr lang="es-AR" sz="1400"/><m:t>+</m:t></m:r><m:r><a:rPr lang="es-AR" sz="1400" i="1"/><m:t>𝐵</m:t></m:r><m:r><a:rPr lang="es-AR" sz="1400" i="1"/><m:t>(</m:t></m:r><m:sSub><m:sSubPr><m:ctrlPr><a:rPr lang="es-AR" sz="1400" i="1"/></m:ctrlPr></m:sSubPr><m:e><m:r><a:rPr lang="es-AR" sz="1400" i="1"/><m:t>𝑥</m:t></m:r></m:e><m:sub><m:r><a:rPr lang="es-AR" sz="1400" i="1"/><m:t>0</m:t></m:r></m:sub></m:sSub><m:r><a:rPr lang="es-AR" sz="1400" i="1"/><m:t>,</m:t></m:r><m:sSub><m:sSubPr><m:ctrlPr><a:rPr lang="es-AR" sz="1400" i="1"/></m:ctrlPr></m:sSubPr><m:e><m:r><a:rPr lang="es-AR" sz="1400" i="1"/><m:t>𝑢</m:t></m:r></m:e><m:sub><m:r><a:rPr lang="es-AR" sz="1400" i="1"/><m:t>0</m:t></m:r></m:sub></m:sSub><m:r><a:rPr lang="es-AR" sz="1400" i="1"/><m:t>)</m:t></m:r><m:r><a:rPr lang="es-AR" sz="1400"/><m:t>⋅</m:t></m:r><m:r><m:rPr><m:sty m:val="p"/></m:rPr><a:rPr lang="es-AR" sz="1400"/><m:t>Δ</m:t></m:r><m:r><a:rPr lang="es-AR" sz="1400" i="1"/><m:t>𝑢</m:t></m:r><m:d><m:dPr><m:ctrlPr><a:rPr lang="es-AR" sz="1400" i="1"/></m:ctrlPr></m:dPr><m:e><m:r><a:rPr lang="es-AR" sz="1400" i="1"/><m:t>𝑡</m:t></m:r></m:e></m:d></m:oMath></m:oMathPara></a14:m><a:endParaRPr lang="es-AR" sz="1400" dirty="0"/></a:p></p:txBody></p:sp></mc:Choice><mc:Fallback><p:sp><p:nvSpPr><p:cNvPr id="22" name="CuadroTexto 21"><a:extLst><a:ext uri="{FF2B5EF4-FFF2-40B4-BE49-F238E27FC236}"><a16:creationId xmlns:a16="http://schemas.microsoft.com/office/drawing/2014/main" id="{778FF9FF-370D-406E-B50A-A717C2ABCFAC}"/></a:ext></a:extLst></p:cNvPr><p:cNvSpPr txBox="1"><a:spLocks noRot="1" noChangeAspect="1" noMove="1" noResize="1" noEditPoints="1" noAdjustHandles="1" noChangeArrowheads="1" noChangeShapeType="1" noTextEdit="1"/></p:cNvSpPr><p:nvPr/></p:nvSpPr><p:spPr><a:xfrm><a:off x="6503563" y="4117845"/><a:ext cx="6098796" cy="307777"/></a:xfrm><a:prstGeom prst="rect"><a:avLst/></a:prstGeom><a:blipFill><a:blip r:embed="rId6"/><a:stretch><a:fillRect b="-5882"/></a:stretch></a:blipFill></p:spPr><p:txBody><a:bodyPr/><a:lstStyle/><a:p><a:r><a:rPr lang="es-AR"><a:noFill/></a:rPr><a:t> </a:t></a:r></a:p></p:txBody></p:sp></mc:Fallback></mc:AlternateContent></p:spTree><p:extLst><p:ext uri="{BB962C8B-B14F-4D97-AF65-F5344CB8AC3E}"><p14:creationId xmlns:p14="http://schemas.microsoft.com/office/powerpoint/2010/main" val="4198965058"/></p:ext></p:extLst></p:cSld><p:clrMapOvr><a:masterClrMapping/></p:clrMapOvr></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rcRect/>
          <a:stretch/>
        </p:blipFill>
        <p:spPr>
          <a:xfrm>
            <a:off x="1192928" y="816440"/>
            <a:ext cx="9141982"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772111"/>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rotWithShape="1">
          <a:blip r:embed="rId2"/>
          <a:srcRect r="-4037"/>
          <a:stretch/>
        </p:blipFill>
        <p:spPr>
          <a:xfrm>
            <a:off x="1834064" y="739997"/>
            <a:ext cx="8283059"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mc:Choice xmlns:a14="http://schemas.microsoft.com/office/drawing/2010/main" Requires="a14">
          <p:sp>
            <p:nvSpPr>
              <p:cNvPr id="9" name="TextBox 8"/>
              <p:cNvSpPr txBox="1"/>
              <p:nvPr/>
            </p:nvSpPr>
            <p:spPr>
              <a:xfrm>
                <a:off x="-100668" y="1159318"/>
                <a:ext cx="8455189" cy="107965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1</m:t>
                                    </m:r>
                                  </m:sub>
                                </m:sSub>
                                <m:r>
                                  <a:rPr lang="es-AR" sz="1400" i="1">
                                    <a:latin typeface="Cambria Math" panose="02040503050406030204" pitchFamily="18" charset="0"/>
                                  </a:rPr>
                                  <m:t>=0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2,3</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r>
                                      <a:rPr lang="es-AR" sz="1400">
                                        <a:latin typeface="Cambria Math" panose="02040503050406030204" pitchFamily="18" charset="0"/>
                                      </a:rPr>
                                      <m:t>±</m:t>
                                    </m:r>
                                    <m:rad>
                                      <m:radPr>
                                        <m:degHide m:val="on"/>
                                        <m:ctrlPr>
                                          <a:rPr lang="es-AR" sz="1400" i="1">
                                            <a:latin typeface="Cambria Math" panose="02040503050406030204" pitchFamily="18" charset="0"/>
                                          </a:rPr>
                                        </m:ctrlPr>
                                      </m:radPr>
                                      <m:deg/>
                                      <m:e>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e>
                                          <m:sup>
                                            <m:r>
                                              <a:rPr lang="es-AR" sz="1400" i="1">
                                                <a:latin typeface="Cambria Math" panose="02040503050406030204" pitchFamily="18" charset="0"/>
                                              </a:rPr>
                                              <m:t>2</m:t>
                                            </m:r>
                                          </m:sup>
                                        </m:sSup>
                                        <m:r>
                                          <a:rPr lang="es-AR" sz="1400" i="1">
                                            <a:latin typeface="Cambria Math" panose="02040503050406030204" pitchFamily="18" charset="0"/>
                                          </a:rPr>
                                          <m:t>−4</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e>
                                    </m:rad>
                                  </m:num>
                                  <m:den>
                                    <m:r>
                                      <a:rPr lang="es-AR" sz="1400" i="1">
                                        <a:latin typeface="Cambria Math" panose="02040503050406030204" pitchFamily="18" charset="0"/>
                                      </a:rPr>
                                      <m:t>2</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en>
                                </m:f>
                              </m:e>
                            </m:mr>
                          </m:m>
                        </m:e>
                      </m:d>
                    </m:oMath>
                  </m:oMathPara>
                </a14:m>
                <a:endParaRPr lang="es-AR" sz="105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100668" y="1159318"/>
                <a:ext cx="8455189" cy="1079655"/>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𝑠</m:t>
                          </m:r>
                        </m:e>
                        <m:sub>
                          <m:r>
                            <a:rPr lang="es-AR" sz="1600" i="1">
                              <a:solidFill>
                                <a:schemeClr val="tx1"/>
                              </a:solidFill>
                              <a:latin typeface="Cambria Math" panose="02040503050406030204" pitchFamily="18" charset="0"/>
                            </a:rPr>
                            <m:t>𝑧</m:t>
                          </m:r>
                        </m:sub>
                      </m:sSub>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oMath>
                  </m:oMathPara>
                </a14:m>
                <a:endParaRPr lang="es-AR" dirty="0"/>
              </a:p>
            </p:txBody>
          </p:sp>
        </mc:Choice>
        <mc:Fallback>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rcRect/>
          <a:stretch/>
        </p:blipFill>
        <p:spPr>
          <a:xfrm>
            <a:off x="-1" y="681156"/>
            <a:ext cx="5871937" cy="4711475"/>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rcRect/>
          <a:stretch/>
        </p:blipFill>
        <p:spPr>
          <a:xfrm>
            <a:off x="5929473" y="662163"/>
            <a:ext cx="6204990"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rcRect/>
          <a:stretch/>
        </p:blipFill>
        <p:spPr>
          <a:xfrm>
            <a:off x="6114116" y="658367"/>
            <a:ext cx="605961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rcRect/>
          <a:stretch/>
        </p:blipFill>
        <p:spPr>
          <a:xfrm>
            <a:off x="105324" y="658368"/>
            <a:ext cx="5884894"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=±1.9596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=0.5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5"/>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92540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3956905"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8"/>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8232125" cy="415498"/>
          </a:xfrm>
          <a:prstGeom prst="rect">
            <a:avLst/>
          </a:prstGeom>
          <a:noFill/>
        </p:spPr>
        <p:txBody>
          <a:bodyPr wrap="none">
            <a:spAutoFit/>
          </a:bodyPr>
          <a:lstStyle/>
          <a:p>
            <a:pPr algn="l"/>
            <a:r>
              <a:rPr lang="es-AR" sz="2100" b="1" dirty="0">
                <a:solidFill>
                  <a:srgbClr val="FFFFFF"/>
                </a:solidFill>
                <a:latin typeface="Cambria"/>
              </a:rPr>
              <a:t>Sistema continuo completo — Parámetros finales del controlador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y lazos de corriente.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dirty="0">
                <a:effectLst/>
                <a:latin typeface="Calibri" panose="020F0502020204030204" pitchFamily="34" charset="0"/>
                <a:ea typeface="Calibri" panose="020F0502020204030204" pitchFamily="34" charset="0"/>
                <a:cs typeface="Times New Roman" panose="02020603050405020304" pitchFamily="18" charset="0"/>
              </a:rPr>
              <a:t>Observador,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s-AR" sz="2100" b="1" dirty="0">
                <a:solidFill>
                  <a:srgbClr val="FFFFFF"/>
                </a:solidFill>
                <a:latin typeface="Cambria"/>
              </a:rPr>
              <a:t>Modelo final codificado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8698</TotalTime>
  <Words>14334</Words>
  <Application>Microsoft Office PowerPoint</Application>
  <PresentationFormat>Panorámica</PresentationFormat>
  <Paragraphs>1397</Paragraphs>
  <Slides>119</Slides>
  <Notes>15</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Juan</dc:creator>
  <cp:keywords/>
  <dc:description>generated using python-pptx</dc:description>
  <cp:lastModifiedBy>juan stella</cp:lastModifiedBy>
  <cp:revision>281</cp:revision>
  <dcterms:created xsi:type="dcterms:W3CDTF">2013-01-27T09:14:16Z</dcterms:created>
  <dcterms:modified xsi:type="dcterms:W3CDTF">2026-05-08T16:20:21Z</dcterms:modified>
  <cp:category/>
</cp:coreProperties>
</file>