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29/4/2026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0.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3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0.png"/><Relationship Id="rId4" Type="http://schemas.openxmlformats.org/officeDocument/2006/relationships/image" Target="../media/image189.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1.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10.png"/><Relationship Id="rId4" Type="http://schemas.openxmlformats.org/officeDocument/2006/relationships/image" Target="../media/image20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image" Target="../media/image233.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36.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4.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8.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1.png"/><Relationship Id="rId4" Type="http://schemas.openxmlformats.org/officeDocument/2006/relationships/image" Target="../media/image249.png"/></Relationships>
</file>

<file path=ppt/slides/_rels/slide96.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6.png"/></Relationships>
</file>

<file path=ppt/slides/_rels/slide97.xml.rels><?xml version="1.0" encoding="UTF-8" standalone="yes"?>
<Relationships xmlns="http://schemas.openxmlformats.org/package/2006/relationships"><Relationship Id="rId3" Type="http://schemas.openxmlformats.org/officeDocument/2006/relationships/image" Target="../media/image257.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5.png"/><Relationship Id="rId4" Type="http://schemas.openxmlformats.org/officeDocument/2006/relationships/image" Target="../media/image261.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0.png"/><Relationship Id="rId5" Type="http://schemas.openxmlformats.org/officeDocument/2006/relationships/image" Target="../media/image269.png"/><Relationship Id="rId4" Type="http://schemas.openxmlformats.org/officeDocument/2006/relationships/image" Target="../media/image266.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1.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77.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2.png"/><Relationship Id="rId2" Type="http://schemas.openxmlformats.org/officeDocument/2006/relationships/image" Target="../media/image281.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8.png"/><Relationship Id="rId4" Type="http://schemas.openxmlformats.org/officeDocument/2006/relationships/image" Target="../media/image28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2.png"/><Relationship Id="rId4" Type="http://schemas.openxmlformats.org/officeDocument/2006/relationships/image" Target="../media/image289.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6.png"/><Relationship Id="rId4" Type="http://schemas.openxmlformats.org/officeDocument/2006/relationships/image" Target="../media/image29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97.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3.png"/></Relationships>
</file>

<file path=ppt/slides/_rels/slide111.xml.rels><?xml version="1.0" encoding="UTF-8" standalone="yes"?>
<Relationships xmlns="http://schemas.openxmlformats.org/package/2006/relationships"><Relationship Id="rId3" Type="http://schemas.openxmlformats.org/officeDocument/2006/relationships/image" Target="../media/image305.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09.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2.png"/><Relationship Id="rId7" Type="http://schemas.openxmlformats.org/officeDocument/2006/relationships/image" Target="../media/image1600.png"/><Relationship Id="rId2" Type="http://schemas.openxmlformats.org/officeDocument/2006/relationships/image" Target="../media/image311.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4.png"/><Relationship Id="rId4" Type="http://schemas.openxmlformats.org/officeDocument/2006/relationships/image" Target="../media/image313.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5.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8.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3.png"/><Relationship Id="rId7" Type="http://schemas.openxmlformats.org/officeDocument/2006/relationships/image" Target="../media/image1730.png"/><Relationship Id="rId2" Type="http://schemas.openxmlformats.org/officeDocument/2006/relationships/image" Target="../media/image320.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3962134"/>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151021"/>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169551"/>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169551"/>
              </a:xfrm>
              <a:prstGeom prst="rect">
                <a:avLst/>
              </a:prstGeom>
              <a:blipFill>
                <a:blip r:embed="rId2"/>
                <a:stretch>
                  <a:fillRect l="-157" t="-1047" b="-4712"/>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204356"/>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204356"/>
                <a:ext cx="4714490" cy="368819"/>
              </a:xfrm>
              <a:prstGeom prst="rect">
                <a:avLst/>
              </a:prstGeom>
              <a:blipFill>
                <a:blip r:embed="rId3"/>
                <a:stretch>
                  <a:fillRect b="-5000"/>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2877817"/>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mc:Choice xmlns:a14="http://schemas.microsoft.com/office/drawing/2010/main" Requires="a14">
          <p:sp>
            <p:nvSpPr>
              <p:cNvPr id="29" name="TextBox 16">
                <a:extLst>
                  <a:ext uri="{FF2B5EF4-FFF2-40B4-BE49-F238E27FC236}">
                    <a16:creationId xmlns:a16="http://schemas.microsoft.com/office/drawing/2014/main" id="{425AD688-21B4-48B8-BCE2-57C9B2867213}"/>
                  </a:ext>
                </a:extLst>
              </p:cNvPr>
              <p:cNvSpPr txBox="1"/>
              <p:nvPr/>
            </p:nvSpPr>
            <p:spPr>
              <a:xfrm>
                <a:off x="471549" y="3988173"/>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3988173"/>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062576"/>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062576"/>
                <a:ext cx="6236562" cy="1186159"/>
              </a:xfrm>
              <a:prstGeom prst="rect">
                <a:avLst/>
              </a:prstGeom>
              <a:blipFill>
                <a:blip r:embed="rId5"/>
                <a:stretch>
                  <a:fillRect l="-293" t="-513"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5215</TotalTime>
  <Words>13685</Words>
  <Application>Microsoft Office PowerPoint</Application>
  <PresentationFormat>Panorámica</PresentationFormat>
  <Paragraphs>1340</Paragraphs>
  <Slides>119</Slides>
  <Notes>9</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218</cp:revision>
  <dcterms:created xsi:type="dcterms:W3CDTF">2013-01-27T09:14:16Z</dcterms:created>
  <dcterms:modified xsi:type="dcterms:W3CDTF">2026-04-30T02:15:47Z</dcterms:modified>
  <cp:category/>
</cp:coreProperties>
</file>